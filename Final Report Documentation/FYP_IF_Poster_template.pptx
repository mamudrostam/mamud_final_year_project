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sldIdLst>
    <p:sldId id="257" r:id="rId2"/>
  </p:sldIdLst>
  <p:sldSz cx="10688638" cy="151558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BAA1C62-357C-EB43-92C7-C3D156B57758}" name="Sara Hassan" initials="SH" userId="S::sara.hassan@bcu.ac.uk::d27902d9-0807-4afc-88d5-1b6bcbbedacb" providerId="AD"/>
  <p188:author id="{D7E78E9C-7A1B-8D94-0BE7-98B86C062E17}" name="Amna Dridi" initials="AD" userId="S::amna.dridi@bcu.ac.uk::db1d18fe-1b41-4bfb-9ae2-492bf2be32fb" providerId="AD"/>
  <p188:author id="{39B733DA-1FF7-1B03-A38D-7D70DDB274A0}" name="Gerald Feldman" initials="GF" userId="S::Gerald.Feldman@bcu.ac.uk::660f4f78-9b9b-4a79-9609-7c79c40cb83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F1CB"/>
    <a:srgbClr val="ADE3F9"/>
    <a:srgbClr val="C9C9C9"/>
    <a:srgbClr val="FDFCC0"/>
    <a:srgbClr val="FAFA90"/>
    <a:srgbClr val="FFD85B"/>
    <a:srgbClr val="FFD243"/>
    <a:srgbClr val="DBDBD7"/>
    <a:srgbClr val="FFD653"/>
    <a:srgbClr val="0F2E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8F284F-9238-4C00-8BB5-3107B5233242}" v="16" dt="2026-03-22T18:19:23.9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31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3837A30A-4697-1492-B3AA-B246D3668A30}"/>
    <pc:docChg chg="modSld">
      <pc:chgData name="" userId="" providerId="" clId="Web-{3837A30A-4697-1492-B3AA-B246D3668A30}" dt="2026-02-20T11:06:35.750" v="2" actId="20577"/>
      <pc:docMkLst>
        <pc:docMk/>
      </pc:docMkLst>
      <pc:sldChg chg="modSp">
        <pc:chgData name="" userId="" providerId="" clId="Web-{3837A30A-4697-1492-B3AA-B246D3668A30}" dt="2026-02-20T11:06:35.750" v="2" actId="20577"/>
        <pc:sldMkLst>
          <pc:docMk/>
          <pc:sldMk cId="0" sldId="257"/>
        </pc:sldMkLst>
      </pc:sldChg>
    </pc:docChg>
  </pc:docChgLst>
  <pc:docChgLst>
    <pc:chgData name="Gerald Feldman" userId="S::gerald.feldman@bcu.ac.uk::660f4f78-9b9b-4a79-9609-7c79c40cb83c" providerId="AD" clId="Web-{3837A30A-4697-1492-B3AA-B246D3668A30}"/>
    <pc:docChg chg="modSld">
      <pc:chgData name="Gerald Feldman" userId="S::gerald.feldman@bcu.ac.uk::660f4f78-9b9b-4a79-9609-7c79c40cb83c" providerId="AD" clId="Web-{3837A30A-4697-1492-B3AA-B246D3668A30}" dt="2026-02-20T11:06:38.328" v="0" actId="20577"/>
      <pc:docMkLst>
        <pc:docMk/>
      </pc:docMkLst>
      <pc:sldChg chg="modSp">
        <pc:chgData name="Gerald Feldman" userId="S::gerald.feldman@bcu.ac.uk::660f4f78-9b9b-4a79-9609-7c79c40cb83c" providerId="AD" clId="Web-{3837A30A-4697-1492-B3AA-B246D3668A30}" dt="2026-02-20T11:06:38.328" v="0" actId="20577"/>
        <pc:sldMkLst>
          <pc:docMk/>
          <pc:sldMk cId="0" sldId="257"/>
        </pc:sldMkLst>
      </pc:sldChg>
    </pc:docChg>
  </pc:docChgLst>
  <pc:docChgLst>
    <pc:chgData name="Gerald Feldman" userId="660f4f78-9b9b-4a79-9609-7c79c40cb83c" providerId="ADAL" clId="{8885A9BA-AFED-4C44-86E1-220F64311597}"/>
    <pc:docChg chg="undo custSel modSld modMainMaster">
      <pc:chgData name="Gerald Feldman" userId="660f4f78-9b9b-4a79-9609-7c79c40cb83c" providerId="ADAL" clId="{8885A9BA-AFED-4C44-86E1-220F64311597}" dt="2026-03-22T18:20:16.420" v="334" actId="113"/>
      <pc:docMkLst>
        <pc:docMk/>
      </pc:docMkLst>
      <pc:sldChg chg="addSp delSp modSp mod">
        <pc:chgData name="Gerald Feldman" userId="660f4f78-9b9b-4a79-9609-7c79c40cb83c" providerId="ADAL" clId="{8885A9BA-AFED-4C44-86E1-220F64311597}" dt="2026-03-22T18:20:16.420" v="334" actId="113"/>
        <pc:sldMkLst>
          <pc:docMk/>
          <pc:sldMk cId="0" sldId="257"/>
        </pc:sldMkLst>
        <pc:spChg chg="add del">
          <ac:chgData name="Gerald Feldman" userId="660f4f78-9b9b-4a79-9609-7c79c40cb83c" providerId="ADAL" clId="{8885A9BA-AFED-4C44-86E1-220F64311597}" dt="2026-03-22T18:01:45.510" v="96" actId="478"/>
          <ac:spMkLst>
            <pc:docMk/>
            <pc:sldMk cId="0" sldId="257"/>
            <ac:spMk id="2" creationId="{F5B82BFB-0545-AD4F-6EFD-D43326E01034}"/>
          </ac:spMkLst>
        </pc:spChg>
        <pc:spChg chg="add mod">
          <ac:chgData name="Gerald Feldman" userId="660f4f78-9b9b-4a79-9609-7c79c40cb83c" providerId="ADAL" clId="{8885A9BA-AFED-4C44-86E1-220F64311597}" dt="2026-03-22T18:15:22.966" v="251" actId="207"/>
          <ac:spMkLst>
            <pc:docMk/>
            <pc:sldMk cId="0" sldId="257"/>
            <ac:spMk id="3" creationId="{E5C7FD3E-34AB-B1E1-06B8-B6A30E4A896E}"/>
          </ac:spMkLst>
        </pc:spChg>
        <pc:spChg chg="add mod">
          <ac:chgData name="Gerald Feldman" userId="660f4f78-9b9b-4a79-9609-7c79c40cb83c" providerId="ADAL" clId="{8885A9BA-AFED-4C44-86E1-220F64311597}" dt="2026-03-22T18:15:22.966" v="251" actId="207"/>
          <ac:spMkLst>
            <pc:docMk/>
            <pc:sldMk cId="0" sldId="257"/>
            <ac:spMk id="4" creationId="{823CEC3A-E351-F164-E3D6-C30A6E531DF9}"/>
          </ac:spMkLst>
        </pc:spChg>
        <pc:spChg chg="add mod">
          <ac:chgData name="Gerald Feldman" userId="660f4f78-9b9b-4a79-9609-7c79c40cb83c" providerId="ADAL" clId="{8885A9BA-AFED-4C44-86E1-220F64311597}" dt="2026-03-22T18:15:09.496" v="250" actId="14861"/>
          <ac:spMkLst>
            <pc:docMk/>
            <pc:sldMk cId="0" sldId="257"/>
            <ac:spMk id="5" creationId="{3A656E95-E7D7-D772-F2CA-F10192352425}"/>
          </ac:spMkLst>
        </pc:spChg>
        <pc:spChg chg="add del">
          <ac:chgData name="Gerald Feldman" userId="660f4f78-9b9b-4a79-9609-7c79c40cb83c" providerId="ADAL" clId="{8885A9BA-AFED-4C44-86E1-220F64311597}" dt="2026-03-22T18:05:28.673" v="133" actId="478"/>
          <ac:spMkLst>
            <pc:docMk/>
            <pc:sldMk cId="0" sldId="257"/>
            <ac:spMk id="6" creationId="{FFB0B608-F8F1-39B0-C92E-F26530017109}"/>
          </ac:spMkLst>
        </pc:spChg>
        <pc:spChg chg="add mod">
          <ac:chgData name="Gerald Feldman" userId="660f4f78-9b9b-4a79-9609-7c79c40cb83c" providerId="ADAL" clId="{8885A9BA-AFED-4C44-86E1-220F64311597}" dt="2026-03-22T18:15:09.496" v="250" actId="14861"/>
          <ac:spMkLst>
            <pc:docMk/>
            <pc:sldMk cId="0" sldId="257"/>
            <ac:spMk id="7" creationId="{F0B6CBD5-50D5-6A2F-CDAC-BB12D789772A}"/>
          </ac:spMkLst>
        </pc:spChg>
        <pc:spChg chg="add mod">
          <ac:chgData name="Gerald Feldman" userId="660f4f78-9b9b-4a79-9609-7c79c40cb83c" providerId="ADAL" clId="{8885A9BA-AFED-4C44-86E1-220F64311597}" dt="2026-03-22T18:15:09.496" v="250" actId="14861"/>
          <ac:spMkLst>
            <pc:docMk/>
            <pc:sldMk cId="0" sldId="257"/>
            <ac:spMk id="8" creationId="{75FEE14C-A8AE-8B6F-DBE0-BA9FACDC0C24}"/>
          </ac:spMkLst>
        </pc:spChg>
        <pc:spChg chg="add del mod">
          <ac:chgData name="Gerald Feldman" userId="660f4f78-9b9b-4a79-9609-7c79c40cb83c" providerId="ADAL" clId="{8885A9BA-AFED-4C44-86E1-220F64311597}" dt="2026-03-22T18:06:56.138" v="148" actId="478"/>
          <ac:spMkLst>
            <pc:docMk/>
            <pc:sldMk cId="0" sldId="257"/>
            <ac:spMk id="10" creationId="{6AA37FA3-5D17-4B9F-7F7B-28B11975A46A}"/>
          </ac:spMkLst>
        </pc:spChg>
        <pc:spChg chg="add mod">
          <ac:chgData name="Gerald Feldman" userId="660f4f78-9b9b-4a79-9609-7c79c40cb83c" providerId="ADAL" clId="{8885A9BA-AFED-4C44-86E1-220F64311597}" dt="2026-03-22T18:15:09.496" v="250" actId="14861"/>
          <ac:spMkLst>
            <pc:docMk/>
            <pc:sldMk cId="0" sldId="257"/>
            <ac:spMk id="11" creationId="{11262157-D873-1596-CF86-6AB49379A25A}"/>
          </ac:spMkLst>
        </pc:spChg>
        <pc:spChg chg="add mod">
          <ac:chgData name="Gerald Feldman" userId="660f4f78-9b9b-4a79-9609-7c79c40cb83c" providerId="ADAL" clId="{8885A9BA-AFED-4C44-86E1-220F64311597}" dt="2026-03-22T18:15:09.496" v="250" actId="14861"/>
          <ac:spMkLst>
            <pc:docMk/>
            <pc:sldMk cId="0" sldId="257"/>
            <ac:spMk id="12" creationId="{27F8C09F-606C-843C-B801-78CE17CF991E}"/>
          </ac:spMkLst>
        </pc:spChg>
        <pc:spChg chg="add mod">
          <ac:chgData name="Gerald Feldman" userId="660f4f78-9b9b-4a79-9609-7c79c40cb83c" providerId="ADAL" clId="{8885A9BA-AFED-4C44-86E1-220F64311597}" dt="2026-03-22T18:15:09.496" v="250" actId="14861"/>
          <ac:spMkLst>
            <pc:docMk/>
            <pc:sldMk cId="0" sldId="257"/>
            <ac:spMk id="13" creationId="{60FD3867-7FB0-2B1B-E667-238035004609}"/>
          </ac:spMkLst>
        </pc:spChg>
        <pc:spChg chg="add mod">
          <ac:chgData name="Gerald Feldman" userId="660f4f78-9b9b-4a79-9609-7c79c40cb83c" providerId="ADAL" clId="{8885A9BA-AFED-4C44-86E1-220F64311597}" dt="2026-03-22T18:15:09.496" v="250" actId="14861"/>
          <ac:spMkLst>
            <pc:docMk/>
            <pc:sldMk cId="0" sldId="257"/>
            <ac:spMk id="14" creationId="{12119F64-6EDC-4164-A629-E61EF4E8D722}"/>
          </ac:spMkLst>
        </pc:spChg>
        <pc:spChg chg="del mod">
          <ac:chgData name="Gerald Feldman" userId="660f4f78-9b9b-4a79-9609-7c79c40cb83c" providerId="ADAL" clId="{8885A9BA-AFED-4C44-86E1-220F64311597}" dt="2026-03-22T18:18:15.727" v="297" actId="478"/>
          <ac:spMkLst>
            <pc:docMk/>
            <pc:sldMk cId="0" sldId="257"/>
            <ac:spMk id="16" creationId="{1F6ED503-59FF-CC6A-D9F5-736CB0C796CC}"/>
          </ac:spMkLst>
        </pc:spChg>
        <pc:spChg chg="mod ord">
          <ac:chgData name="Gerald Feldman" userId="660f4f78-9b9b-4a79-9609-7c79c40cb83c" providerId="ADAL" clId="{8885A9BA-AFED-4C44-86E1-220F64311597}" dt="2026-03-22T18:19:59.970" v="330" actId="14100"/>
          <ac:spMkLst>
            <pc:docMk/>
            <pc:sldMk cId="0" sldId="257"/>
            <ac:spMk id="17" creationId="{57C7119D-BBE0-B136-4EC1-D3F92F4408DD}"/>
          </ac:spMkLst>
        </pc:spChg>
        <pc:spChg chg="del mod">
          <ac:chgData name="Gerald Feldman" userId="660f4f78-9b9b-4a79-9609-7c79c40cb83c" providerId="ADAL" clId="{8885A9BA-AFED-4C44-86E1-220F64311597}" dt="2026-03-22T18:18:27.687" v="299" actId="478"/>
          <ac:spMkLst>
            <pc:docMk/>
            <pc:sldMk cId="0" sldId="257"/>
            <ac:spMk id="19" creationId="{61DF40F9-7991-4A9A-F2CB-321307EBA57F}"/>
          </ac:spMkLst>
        </pc:spChg>
        <pc:spChg chg="del mod">
          <ac:chgData name="Gerald Feldman" userId="660f4f78-9b9b-4a79-9609-7c79c40cb83c" providerId="ADAL" clId="{8885A9BA-AFED-4C44-86E1-220F64311597}" dt="2026-03-22T18:04:03.324" v="118" actId="478"/>
          <ac:spMkLst>
            <pc:docMk/>
            <pc:sldMk cId="0" sldId="257"/>
            <ac:spMk id="20" creationId="{D4249BC1-048D-014D-1D4E-79EBF212619F}"/>
          </ac:spMkLst>
        </pc:spChg>
        <pc:spChg chg="del mod">
          <ac:chgData name="Gerald Feldman" userId="660f4f78-9b9b-4a79-9609-7c79c40cb83c" providerId="ADAL" clId="{8885A9BA-AFED-4C44-86E1-220F64311597}" dt="2026-03-22T18:08:49.198" v="165" actId="478"/>
          <ac:spMkLst>
            <pc:docMk/>
            <pc:sldMk cId="0" sldId="257"/>
            <ac:spMk id="21" creationId="{AA080095-D802-DE58-9D13-CF3BA60EC524}"/>
          </ac:spMkLst>
        </pc:spChg>
        <pc:spChg chg="del mod">
          <ac:chgData name="Gerald Feldman" userId="660f4f78-9b9b-4a79-9609-7c79c40cb83c" providerId="ADAL" clId="{8885A9BA-AFED-4C44-86E1-220F64311597}" dt="2026-03-22T18:13:40.146" v="245" actId="478"/>
          <ac:spMkLst>
            <pc:docMk/>
            <pc:sldMk cId="0" sldId="257"/>
            <ac:spMk id="22" creationId="{89FE03CA-2734-6E25-2882-9435F08DE449}"/>
          </ac:spMkLst>
        </pc:spChg>
        <pc:spChg chg="mod">
          <ac:chgData name="Gerald Feldman" userId="660f4f78-9b9b-4a79-9609-7c79c40cb83c" providerId="ADAL" clId="{8885A9BA-AFED-4C44-86E1-220F64311597}" dt="2026-03-22T18:20:16.420" v="334" actId="113"/>
          <ac:spMkLst>
            <pc:docMk/>
            <pc:sldMk cId="0" sldId="257"/>
            <ac:spMk id="23" creationId="{CA91D0C2-021C-F373-6534-3D662492D779}"/>
          </ac:spMkLst>
        </pc:spChg>
        <pc:spChg chg="mod">
          <ac:chgData name="Gerald Feldman" userId="660f4f78-9b9b-4a79-9609-7c79c40cb83c" providerId="ADAL" clId="{8885A9BA-AFED-4C44-86E1-220F64311597}" dt="2026-03-22T18:15:56.952" v="256" actId="20577"/>
          <ac:spMkLst>
            <pc:docMk/>
            <pc:sldMk cId="0" sldId="257"/>
            <ac:spMk id="24" creationId="{EBE23CA1-568A-9DD3-1881-A0205BD4383D}"/>
          </ac:spMkLst>
        </pc:spChg>
        <pc:spChg chg="del mod">
          <ac:chgData name="Gerald Feldman" userId="660f4f78-9b9b-4a79-9609-7c79c40cb83c" providerId="ADAL" clId="{8885A9BA-AFED-4C44-86E1-220F64311597}" dt="2026-03-22T18:04:05.564" v="119" actId="478"/>
          <ac:spMkLst>
            <pc:docMk/>
            <pc:sldMk cId="0" sldId="257"/>
            <ac:spMk id="25" creationId="{7FD839D1-C8C1-0DC4-57CD-F1954B68283F}"/>
          </ac:spMkLst>
        </pc:spChg>
        <pc:spChg chg="del mod">
          <ac:chgData name="Gerald Feldman" userId="660f4f78-9b9b-4a79-9609-7c79c40cb83c" providerId="ADAL" clId="{8885A9BA-AFED-4C44-86E1-220F64311597}" dt="2026-03-22T18:04:28.925" v="123" actId="478"/>
          <ac:spMkLst>
            <pc:docMk/>
            <pc:sldMk cId="0" sldId="257"/>
            <ac:spMk id="26" creationId="{0398E1E5-3E6C-AA29-1215-649CA509CFB8}"/>
          </ac:spMkLst>
        </pc:spChg>
        <pc:spChg chg="del mod">
          <ac:chgData name="Gerald Feldman" userId="660f4f78-9b9b-4a79-9609-7c79c40cb83c" providerId="ADAL" clId="{8885A9BA-AFED-4C44-86E1-220F64311597}" dt="2026-03-22T18:08:48.223" v="164" actId="478"/>
          <ac:spMkLst>
            <pc:docMk/>
            <pc:sldMk cId="0" sldId="257"/>
            <ac:spMk id="27" creationId="{DA65EACF-BC2F-101D-A9B6-B57416CE3560}"/>
          </ac:spMkLst>
        </pc:spChg>
        <pc:spChg chg="del mod">
          <ac:chgData name="Gerald Feldman" userId="660f4f78-9b9b-4a79-9609-7c79c40cb83c" providerId="ADAL" clId="{8885A9BA-AFED-4C44-86E1-220F64311597}" dt="2026-03-22T18:08:46.316" v="163" actId="478"/>
          <ac:spMkLst>
            <pc:docMk/>
            <pc:sldMk cId="0" sldId="257"/>
            <ac:spMk id="28" creationId="{83BF83F9-9B93-4942-060C-4BDA555E4871}"/>
          </ac:spMkLst>
        </pc:spChg>
        <pc:spChg chg="del mod">
          <ac:chgData name="Gerald Feldman" userId="660f4f78-9b9b-4a79-9609-7c79c40cb83c" providerId="ADAL" clId="{8885A9BA-AFED-4C44-86E1-220F64311597}" dt="2026-03-22T18:13:39.075" v="244" actId="478"/>
          <ac:spMkLst>
            <pc:docMk/>
            <pc:sldMk cId="0" sldId="257"/>
            <ac:spMk id="29" creationId="{0C5D2B96-5C35-3AF8-480F-018C15C755A0}"/>
          </ac:spMkLst>
        </pc:spChg>
        <pc:spChg chg="del mod">
          <ac:chgData name="Gerald Feldman" userId="660f4f78-9b9b-4a79-9609-7c79c40cb83c" providerId="ADAL" clId="{8885A9BA-AFED-4C44-86E1-220F64311597}" dt="2026-03-22T18:13:37.641" v="243" actId="478"/>
          <ac:spMkLst>
            <pc:docMk/>
            <pc:sldMk cId="0" sldId="257"/>
            <ac:spMk id="30" creationId="{65D76808-E606-2B8E-888F-07717E63FFD4}"/>
          </ac:spMkLst>
        </pc:spChg>
        <pc:picChg chg="add mod">
          <ac:chgData name="Gerald Feldman" userId="660f4f78-9b9b-4a79-9609-7c79c40cb83c" providerId="ADAL" clId="{8885A9BA-AFED-4C44-86E1-220F64311597}" dt="2026-03-22T18:19:46.140" v="325" actId="1038"/>
          <ac:picMkLst>
            <pc:docMk/>
            <pc:sldMk cId="0" sldId="257"/>
            <ac:picMk id="15" creationId="{8B9ACF84-147A-3DAA-DB67-FEA61C5A1841}"/>
          </ac:picMkLst>
        </pc:picChg>
        <pc:picChg chg="del">
          <ac:chgData name="Gerald Feldman" userId="660f4f78-9b9b-4a79-9609-7c79c40cb83c" providerId="ADAL" clId="{8885A9BA-AFED-4C44-86E1-220F64311597}" dt="2026-03-22T18:17:38.307" v="271" actId="21"/>
          <ac:picMkLst>
            <pc:docMk/>
            <pc:sldMk cId="0" sldId="257"/>
            <ac:picMk id="31" creationId="{90B37426-47F8-D558-12B9-5EAD5C9AA4C2}"/>
          </ac:picMkLst>
        </pc:picChg>
      </pc:sldChg>
      <pc:sldMasterChg chg="addSp modSp mod modSldLayout">
        <pc:chgData name="Gerald Feldman" userId="660f4f78-9b9b-4a79-9609-7c79c40cb83c" providerId="ADAL" clId="{8885A9BA-AFED-4C44-86E1-220F64311597}" dt="2026-03-22T18:18:00.428" v="294" actId="1076"/>
        <pc:sldMasterMkLst>
          <pc:docMk/>
          <pc:sldMasterMk cId="2406378751" sldId="2147483684"/>
        </pc:sldMasterMkLst>
        <pc:picChg chg="add mod">
          <ac:chgData name="Gerald Feldman" userId="660f4f78-9b9b-4a79-9609-7c79c40cb83c" providerId="ADAL" clId="{8885A9BA-AFED-4C44-86E1-220F64311597}" dt="2026-03-22T18:17:55.798" v="292" actId="1037"/>
          <ac:picMkLst>
            <pc:docMk/>
            <pc:sldMasterMk cId="2406378751" sldId="2147483684"/>
            <ac:picMk id="31" creationId="{90B37426-47F8-D558-12B9-5EAD5C9AA4C2}"/>
          </ac:picMkLst>
        </pc:picChg>
        <pc:sldLayoutChg chg="addSp modSp mod">
          <pc:chgData name="Gerald Feldman" userId="660f4f78-9b9b-4a79-9609-7c79c40cb83c" providerId="ADAL" clId="{8885A9BA-AFED-4C44-86E1-220F64311597}" dt="2026-03-22T18:18:00.428" v="294" actId="1076"/>
          <pc:sldLayoutMkLst>
            <pc:docMk/>
            <pc:sldMasterMk cId="2406378751" sldId="2147483684"/>
            <pc:sldLayoutMk cId="3467363064" sldId="2147483691"/>
          </pc:sldLayoutMkLst>
          <pc:picChg chg="add mod">
            <ac:chgData name="Gerald Feldman" userId="660f4f78-9b9b-4a79-9609-7c79c40cb83c" providerId="ADAL" clId="{8885A9BA-AFED-4C44-86E1-220F64311597}" dt="2026-03-22T18:18:00.428" v="294" actId="1076"/>
            <ac:picMkLst>
              <pc:docMk/>
              <pc:sldMasterMk cId="2406378751" sldId="2147483684"/>
              <pc:sldLayoutMk cId="3467363064" sldId="2147483691"/>
              <ac:picMk id="5" creationId="{B5892A26-67EE-8F8B-A35B-7781AFF4EBE6}"/>
            </ac:picMkLst>
          </pc:picChg>
        </pc:sldLayoutChg>
      </pc:sldMasterChg>
    </pc:docChg>
  </pc:docChgLst>
  <pc:docChgLst>
    <pc:chgData name="Amna Dridi" userId="S::amna.dridi@bcu.ac.uk::db1d18fe-1b41-4bfb-9ae2-492bf2be32fb" providerId="AD" clId="Web-{C204AFF7-E0B6-47F3-91CA-975DF3131628}"/>
    <pc:docChg chg="mod">
      <pc:chgData name="Amna Dridi" userId="S::amna.dridi@bcu.ac.uk::db1d18fe-1b41-4bfb-9ae2-492bf2be32fb" providerId="AD" clId="Web-{C204AFF7-E0B6-47F3-91CA-975DF3131628}" dt="2026-03-09T09:53:43.837" v="0"/>
      <pc:docMkLst>
        <pc:docMk/>
      </pc:docMkLst>
    </pc:docChg>
  </pc:docChgLst>
  <pc:docChgLst>
    <pc:chgData name="Sara Hassan" userId="S::sara.hassan@bcu.ac.uk::d27902d9-0807-4afc-88d5-1b6bcbbedacb" providerId="AD" clId="Web-{020B32FC-BF06-36A0-CF32-C56539ECFFD4}"/>
    <pc:docChg chg="mod">
      <pc:chgData name="Sara Hassan" userId="S::sara.hassan@bcu.ac.uk::d27902d9-0807-4afc-88d5-1b6bcbbedacb" providerId="AD" clId="Web-{020B32FC-BF06-36A0-CF32-C56539ECFFD4}" dt="2026-02-24T15:19:16.352" v="0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856" y="0"/>
            <a:ext cx="10690494" cy="15162046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2803" y="4920470"/>
            <a:ext cx="6917315" cy="5637320"/>
          </a:xfrm>
        </p:spPr>
        <p:txBody>
          <a:bodyPr anchor="b"/>
          <a:lstStyle>
            <a:lvl1pPr>
              <a:defRPr sz="561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2803" y="10557789"/>
            <a:ext cx="6917315" cy="1903698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344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2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6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5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09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3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8249062" y="4160585"/>
            <a:ext cx="2189178" cy="267285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422669D-33D1-4404-A99D-C4224B9C8823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5280570" y="7333212"/>
            <a:ext cx="8529969" cy="267286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9054067" y="0"/>
            <a:ext cx="801648" cy="24297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75716" y="653551"/>
            <a:ext cx="924979" cy="1696553"/>
          </a:xfrm>
          <a:prstGeom prst="rect">
            <a:avLst/>
          </a:prstGeom>
        </p:spPr>
        <p:txBody>
          <a:bodyPr anchor="b"/>
          <a:lstStyle>
            <a:lvl1pPr algn="ctr">
              <a:defRPr sz="3273"/>
            </a:lvl1pPr>
          </a:lstStyle>
          <a:p>
            <a:fld id="{F73BB938-4F35-4C55-A752-C266FC789A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6989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2253" y="2048845"/>
            <a:ext cx="7415268" cy="1568769"/>
          </a:xfrm>
        </p:spPr>
        <p:txBody>
          <a:bodyPr anchor="ctr"/>
          <a:lstStyle>
            <a:lvl1pPr>
              <a:defRPr sz="37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669D-33D1-4404-A99D-C4224B9C8823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75716" y="653551"/>
            <a:ext cx="924979" cy="1696553"/>
          </a:xfrm>
          <a:prstGeom prst="rect">
            <a:avLst/>
          </a:prstGeom>
        </p:spPr>
        <p:txBody>
          <a:bodyPr anchor="b"/>
          <a:lstStyle>
            <a:lvl1pPr algn="ctr">
              <a:defRPr sz="3273"/>
            </a:lvl1pPr>
          </a:lstStyle>
          <a:p>
            <a:fld id="{F73BB938-4F35-4C55-A752-C266FC789A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2230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856" y="0"/>
            <a:ext cx="10690494" cy="15162046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770" y="4989165"/>
            <a:ext cx="3612760" cy="6674821"/>
          </a:xfrm>
        </p:spPr>
        <p:txBody>
          <a:bodyPr anchor="ctr"/>
          <a:lstStyle>
            <a:lvl1pPr algn="l">
              <a:defRPr sz="37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4025" y="4989165"/>
            <a:ext cx="3603226" cy="6674821"/>
          </a:xfrm>
        </p:spPr>
        <p:txBody>
          <a:bodyPr anchor="ctr"/>
          <a:lstStyle>
            <a:lvl1pPr marL="0" indent="0" algn="l">
              <a:buNone/>
              <a:defRPr sz="2338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34421" indent="0">
              <a:buNone/>
              <a:defRPr sz="2104">
                <a:solidFill>
                  <a:schemeClr val="tx1">
                    <a:tint val="75000"/>
                  </a:schemeClr>
                </a:solidFill>
              </a:defRPr>
            </a:lvl2pPr>
            <a:lvl3pPr marL="1068842" indent="0">
              <a:buNone/>
              <a:defRPr sz="1870">
                <a:solidFill>
                  <a:schemeClr val="tx1">
                    <a:tint val="75000"/>
                  </a:schemeClr>
                </a:solidFill>
              </a:defRPr>
            </a:lvl3pPr>
            <a:lvl4pPr marL="1603263" indent="0">
              <a:buNone/>
              <a:defRPr sz="1636">
                <a:solidFill>
                  <a:schemeClr val="tx1">
                    <a:tint val="75000"/>
                  </a:schemeClr>
                </a:solidFill>
              </a:defRPr>
            </a:lvl4pPr>
            <a:lvl5pPr marL="2137684" indent="0">
              <a:buNone/>
              <a:defRPr sz="1636">
                <a:solidFill>
                  <a:schemeClr val="tx1">
                    <a:tint val="75000"/>
                  </a:schemeClr>
                </a:solidFill>
              </a:defRPr>
            </a:lvl5pPr>
            <a:lvl6pPr marL="2672105" indent="0">
              <a:buNone/>
              <a:defRPr sz="1636">
                <a:solidFill>
                  <a:schemeClr val="tx1">
                    <a:tint val="75000"/>
                  </a:schemeClr>
                </a:solidFill>
              </a:defRPr>
            </a:lvl6pPr>
            <a:lvl7pPr marL="3206526" indent="0">
              <a:buNone/>
              <a:defRPr sz="1636">
                <a:solidFill>
                  <a:schemeClr val="tx1">
                    <a:tint val="75000"/>
                  </a:schemeClr>
                </a:solidFill>
              </a:defRPr>
            </a:lvl7pPr>
            <a:lvl8pPr marL="3740948" indent="0">
              <a:buNone/>
              <a:defRPr sz="1636">
                <a:solidFill>
                  <a:schemeClr val="tx1">
                    <a:tint val="75000"/>
                  </a:schemeClr>
                </a:solidFill>
              </a:defRPr>
            </a:lvl8pPr>
            <a:lvl9pPr marL="4275369" indent="0">
              <a:buNone/>
              <a:defRPr sz="163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669D-33D1-4404-A99D-C4224B9C8823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9054067" y="0"/>
            <a:ext cx="801648" cy="24297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75716" y="653551"/>
            <a:ext cx="924979" cy="1696553"/>
          </a:xfrm>
          <a:prstGeom prst="rect">
            <a:avLst/>
          </a:prstGeom>
        </p:spPr>
        <p:txBody>
          <a:bodyPr anchor="b"/>
          <a:lstStyle>
            <a:lvl1pPr algn="ctr">
              <a:defRPr sz="3273"/>
            </a:lvl1pPr>
          </a:lstStyle>
          <a:p>
            <a:fld id="{F73BB938-4F35-4C55-A752-C266FC789A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6557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2802" y="5501018"/>
            <a:ext cx="4251352" cy="780246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24485" y="5501023"/>
            <a:ext cx="4251352" cy="78024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669D-33D1-4404-A99D-C4224B9C8823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975716" y="653551"/>
            <a:ext cx="924979" cy="1696553"/>
          </a:xfrm>
          <a:prstGeom prst="rect">
            <a:avLst/>
          </a:prstGeom>
        </p:spPr>
        <p:txBody>
          <a:bodyPr anchor="b"/>
          <a:lstStyle>
            <a:lvl1pPr algn="ctr">
              <a:defRPr sz="3273"/>
            </a:lvl1pPr>
          </a:lstStyle>
          <a:p>
            <a:fld id="{F73BB938-4F35-4C55-A752-C266FC789A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6437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868" y="5501017"/>
            <a:ext cx="4247286" cy="1677996"/>
          </a:xfrm>
        </p:spPr>
        <p:txBody>
          <a:bodyPr anchor="b">
            <a:noAutofit/>
          </a:bodyPr>
          <a:lstStyle>
            <a:lvl1pPr marL="0" indent="0">
              <a:buNone/>
              <a:defRPr sz="2805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34421" indent="0">
              <a:buNone/>
              <a:defRPr sz="2338" b="1"/>
            </a:lvl2pPr>
            <a:lvl3pPr marL="1068842" indent="0">
              <a:buNone/>
              <a:defRPr sz="2104" b="1"/>
            </a:lvl3pPr>
            <a:lvl4pPr marL="1603263" indent="0">
              <a:buNone/>
              <a:defRPr sz="1870" b="1"/>
            </a:lvl4pPr>
            <a:lvl5pPr marL="2137684" indent="0">
              <a:buNone/>
              <a:defRPr sz="1870" b="1"/>
            </a:lvl5pPr>
            <a:lvl6pPr marL="2672105" indent="0">
              <a:buNone/>
              <a:defRPr sz="1870" b="1"/>
            </a:lvl6pPr>
            <a:lvl7pPr marL="3206526" indent="0">
              <a:buNone/>
              <a:defRPr sz="1870" b="1"/>
            </a:lvl7pPr>
            <a:lvl8pPr marL="3740948" indent="0">
              <a:buNone/>
              <a:defRPr sz="1870" b="1"/>
            </a:lvl8pPr>
            <a:lvl9pPr marL="4275369" indent="0">
              <a:buNone/>
              <a:defRPr sz="187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2802" y="7179014"/>
            <a:ext cx="4251352" cy="612446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24485" y="5501018"/>
            <a:ext cx="4251351" cy="1672128"/>
          </a:xfrm>
        </p:spPr>
        <p:txBody>
          <a:bodyPr anchor="b">
            <a:noAutofit/>
          </a:bodyPr>
          <a:lstStyle>
            <a:lvl1pPr marL="0" indent="0">
              <a:buNone/>
              <a:defRPr sz="2805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34421" indent="0">
              <a:buNone/>
              <a:defRPr sz="2338" b="1"/>
            </a:lvl2pPr>
            <a:lvl3pPr marL="1068842" indent="0">
              <a:buNone/>
              <a:defRPr sz="2104" b="1"/>
            </a:lvl3pPr>
            <a:lvl4pPr marL="1603263" indent="0">
              <a:buNone/>
              <a:defRPr sz="1870" b="1"/>
            </a:lvl4pPr>
            <a:lvl5pPr marL="2137684" indent="0">
              <a:buNone/>
              <a:defRPr sz="1870" b="1"/>
            </a:lvl5pPr>
            <a:lvl6pPr marL="2672105" indent="0">
              <a:buNone/>
              <a:defRPr sz="1870" b="1"/>
            </a:lvl6pPr>
            <a:lvl7pPr marL="3206526" indent="0">
              <a:buNone/>
              <a:defRPr sz="1870" b="1"/>
            </a:lvl7pPr>
            <a:lvl8pPr marL="3740948" indent="0">
              <a:buNone/>
              <a:defRPr sz="1870" b="1"/>
            </a:lvl8pPr>
            <a:lvl9pPr marL="4275369" indent="0">
              <a:buNone/>
              <a:defRPr sz="187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24485" y="7173146"/>
            <a:ext cx="4251352" cy="61303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669D-33D1-4404-A99D-C4224B9C8823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975716" y="653551"/>
            <a:ext cx="924979" cy="1696553"/>
          </a:xfrm>
          <a:prstGeom prst="rect">
            <a:avLst/>
          </a:prstGeom>
        </p:spPr>
        <p:txBody>
          <a:bodyPr anchor="b"/>
          <a:lstStyle>
            <a:lvl1pPr algn="ctr">
              <a:defRPr sz="3273"/>
            </a:lvl1pPr>
          </a:lstStyle>
          <a:p>
            <a:fld id="{F73BB938-4F35-4C55-A752-C266FC789A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838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669D-33D1-4404-A99D-C4224B9C8823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975716" y="653551"/>
            <a:ext cx="924979" cy="1696553"/>
          </a:xfrm>
          <a:prstGeom prst="rect">
            <a:avLst/>
          </a:prstGeom>
        </p:spPr>
        <p:txBody>
          <a:bodyPr anchor="b"/>
          <a:lstStyle>
            <a:lvl1pPr algn="ctr">
              <a:defRPr sz="3273"/>
            </a:lvl1pPr>
          </a:lstStyle>
          <a:p>
            <a:fld id="{F73BB938-4F35-4C55-A752-C266FC789A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19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054067" y="0"/>
            <a:ext cx="801648" cy="24297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669D-33D1-4404-A99D-C4224B9C8823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75716" y="653551"/>
            <a:ext cx="924979" cy="1696553"/>
          </a:xfrm>
          <a:prstGeom prst="rect">
            <a:avLst/>
          </a:prstGeom>
        </p:spPr>
        <p:txBody>
          <a:bodyPr/>
          <a:lstStyle>
            <a:lvl1pPr algn="ctr">
              <a:defRPr sz="3273"/>
            </a:lvl1pPr>
          </a:lstStyle>
          <a:p>
            <a:fld id="{F73BB938-4F35-4C55-A752-C266FC789A0F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BCU Logo&#10;">
            <a:extLst>
              <a:ext uri="{FF2B5EF4-FFF2-40B4-BE49-F238E27FC236}">
                <a16:creationId xmlns:a16="http://schemas.microsoft.com/office/drawing/2014/main" id="{8AD966F5-B23E-E071-8737-41AE4E5063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74520" y="301711"/>
            <a:ext cx="1879274" cy="37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044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856" y="0"/>
            <a:ext cx="10690494" cy="15162046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2802" y="3199571"/>
            <a:ext cx="3170811" cy="3305180"/>
          </a:xfrm>
        </p:spPr>
        <p:txBody>
          <a:bodyPr anchor="b"/>
          <a:lstStyle>
            <a:lvl1pPr algn="l">
              <a:defRPr sz="280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40727" y="3199571"/>
            <a:ext cx="4246524" cy="10103909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012804" y="6821786"/>
            <a:ext cx="3170809" cy="6483344"/>
          </a:xfrm>
        </p:spPr>
        <p:txBody>
          <a:bodyPr/>
          <a:lstStyle>
            <a:lvl1pPr marL="0" indent="0">
              <a:buNone/>
              <a:defRPr sz="1636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34421" indent="0">
              <a:buNone/>
              <a:defRPr sz="1403"/>
            </a:lvl2pPr>
            <a:lvl3pPr marL="1068842" indent="0">
              <a:buNone/>
              <a:defRPr sz="1169"/>
            </a:lvl3pPr>
            <a:lvl4pPr marL="1603263" indent="0">
              <a:buNone/>
              <a:defRPr sz="1052"/>
            </a:lvl4pPr>
            <a:lvl5pPr marL="2137684" indent="0">
              <a:buNone/>
              <a:defRPr sz="1052"/>
            </a:lvl5pPr>
            <a:lvl6pPr marL="2672105" indent="0">
              <a:buNone/>
              <a:defRPr sz="1052"/>
            </a:lvl6pPr>
            <a:lvl7pPr marL="3206526" indent="0">
              <a:buNone/>
              <a:defRPr sz="1052"/>
            </a:lvl7pPr>
            <a:lvl8pPr marL="3740948" indent="0">
              <a:buNone/>
              <a:defRPr sz="1052"/>
            </a:lvl8pPr>
            <a:lvl9pPr marL="4275369" indent="0">
              <a:buNone/>
              <a:defRPr sz="105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669D-33D1-4404-A99D-C4224B9C8823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9054067" y="0"/>
            <a:ext cx="801648" cy="24297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975716" y="653551"/>
            <a:ext cx="924979" cy="1696553"/>
          </a:xfrm>
          <a:prstGeom prst="rect">
            <a:avLst/>
          </a:prstGeom>
        </p:spPr>
        <p:txBody>
          <a:bodyPr/>
          <a:lstStyle>
            <a:lvl1pPr algn="ctr">
              <a:defRPr sz="3273"/>
            </a:lvl1pPr>
          </a:lstStyle>
          <a:p>
            <a:fld id="{F73BB938-4F35-4C55-A752-C266FC789A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3271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856" y="0"/>
            <a:ext cx="10690494" cy="15162046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2803" y="3052808"/>
            <a:ext cx="3491679" cy="3480253"/>
          </a:xfrm>
        </p:spPr>
        <p:txBody>
          <a:bodyPr anchor="b">
            <a:normAutofit/>
          </a:bodyPr>
          <a:lstStyle>
            <a:lvl1pPr algn="l">
              <a:defRPr sz="280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20720" y="2918907"/>
            <a:ext cx="3262585" cy="931804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870"/>
            </a:lvl1pPr>
            <a:lvl2pPr marL="534421" indent="0">
              <a:buNone/>
              <a:defRPr sz="1870"/>
            </a:lvl2pPr>
            <a:lvl3pPr marL="1068842" indent="0">
              <a:buNone/>
              <a:defRPr sz="1870"/>
            </a:lvl3pPr>
            <a:lvl4pPr marL="1603263" indent="0">
              <a:buNone/>
              <a:defRPr sz="1870"/>
            </a:lvl4pPr>
            <a:lvl5pPr marL="2137684" indent="0">
              <a:buNone/>
              <a:defRPr sz="1870"/>
            </a:lvl5pPr>
            <a:lvl6pPr marL="2672105" indent="0">
              <a:buNone/>
              <a:defRPr sz="1870"/>
            </a:lvl6pPr>
            <a:lvl7pPr marL="3206526" indent="0">
              <a:buNone/>
              <a:defRPr sz="1870"/>
            </a:lvl7pPr>
            <a:lvl8pPr marL="3740948" indent="0">
              <a:buNone/>
              <a:defRPr sz="1870"/>
            </a:lvl8pPr>
            <a:lvl9pPr marL="4275369" indent="0">
              <a:buNone/>
              <a:defRPr sz="187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2803" y="6820138"/>
            <a:ext cx="3491679" cy="5416818"/>
          </a:xfrm>
        </p:spPr>
        <p:txBody>
          <a:bodyPr>
            <a:normAutofit/>
          </a:bodyPr>
          <a:lstStyle>
            <a:lvl1pPr marL="0" indent="0">
              <a:buNone/>
              <a:defRPr sz="1636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34421" indent="0">
              <a:buNone/>
              <a:defRPr sz="1403"/>
            </a:lvl2pPr>
            <a:lvl3pPr marL="1068842" indent="0">
              <a:buNone/>
              <a:defRPr sz="1169"/>
            </a:lvl3pPr>
            <a:lvl4pPr marL="1603263" indent="0">
              <a:buNone/>
              <a:defRPr sz="1052"/>
            </a:lvl4pPr>
            <a:lvl5pPr marL="2137684" indent="0">
              <a:buNone/>
              <a:defRPr sz="1052"/>
            </a:lvl5pPr>
            <a:lvl6pPr marL="2672105" indent="0">
              <a:buNone/>
              <a:defRPr sz="1052"/>
            </a:lvl6pPr>
            <a:lvl7pPr marL="3206526" indent="0">
              <a:buNone/>
              <a:defRPr sz="1052"/>
            </a:lvl7pPr>
            <a:lvl8pPr marL="3740948" indent="0">
              <a:buNone/>
              <a:defRPr sz="1052"/>
            </a:lvl8pPr>
            <a:lvl9pPr marL="4275369" indent="0">
              <a:buNone/>
              <a:defRPr sz="105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669D-33D1-4404-A99D-C4224B9C8823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9054067" y="0"/>
            <a:ext cx="801648" cy="24297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975716" y="653551"/>
            <a:ext cx="924979" cy="1696553"/>
          </a:xfrm>
          <a:prstGeom prst="rect">
            <a:avLst/>
          </a:prstGeom>
        </p:spPr>
        <p:txBody>
          <a:bodyPr/>
          <a:lstStyle>
            <a:lvl1pPr algn="ctr">
              <a:defRPr sz="3273"/>
            </a:lvl1pPr>
          </a:lstStyle>
          <a:p>
            <a:fld id="{F73BB938-4F35-4C55-A752-C266FC789A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227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856" y="0"/>
            <a:ext cx="10690494" cy="15162046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2804" y="10964584"/>
            <a:ext cx="7506832" cy="1252465"/>
          </a:xfrm>
        </p:spPr>
        <p:txBody>
          <a:bodyPr anchor="b">
            <a:normAutofit/>
          </a:bodyPr>
          <a:lstStyle>
            <a:lvl1pPr algn="l">
              <a:defRPr sz="280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2804" y="1515586"/>
            <a:ext cx="7506832" cy="757793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870"/>
            </a:lvl1pPr>
            <a:lvl2pPr marL="534421" indent="0">
              <a:buNone/>
              <a:defRPr sz="1870"/>
            </a:lvl2pPr>
            <a:lvl3pPr marL="1068842" indent="0">
              <a:buNone/>
              <a:defRPr sz="1870"/>
            </a:lvl3pPr>
            <a:lvl4pPr marL="1603263" indent="0">
              <a:buNone/>
              <a:defRPr sz="1870"/>
            </a:lvl4pPr>
            <a:lvl5pPr marL="2137684" indent="0">
              <a:buNone/>
              <a:defRPr sz="1870"/>
            </a:lvl5pPr>
            <a:lvl6pPr marL="2672105" indent="0">
              <a:buNone/>
              <a:defRPr sz="1870"/>
            </a:lvl6pPr>
            <a:lvl7pPr marL="3206526" indent="0">
              <a:buNone/>
              <a:defRPr sz="1870"/>
            </a:lvl7pPr>
            <a:lvl8pPr marL="3740948" indent="0">
              <a:buNone/>
              <a:defRPr sz="1870"/>
            </a:lvl8pPr>
            <a:lvl9pPr marL="4275369" indent="0">
              <a:buNone/>
              <a:defRPr sz="187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012802" y="12217049"/>
            <a:ext cx="7506832" cy="1091081"/>
          </a:xfrm>
        </p:spPr>
        <p:txBody>
          <a:bodyPr>
            <a:normAutofit/>
          </a:bodyPr>
          <a:lstStyle>
            <a:lvl1pPr marL="0" indent="0">
              <a:buNone/>
              <a:defRPr sz="1403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34421" indent="0">
              <a:buNone/>
              <a:defRPr sz="1403"/>
            </a:lvl2pPr>
            <a:lvl3pPr marL="1068842" indent="0">
              <a:buNone/>
              <a:defRPr sz="1169"/>
            </a:lvl3pPr>
            <a:lvl4pPr marL="1603263" indent="0">
              <a:buNone/>
              <a:defRPr sz="1052"/>
            </a:lvl4pPr>
            <a:lvl5pPr marL="2137684" indent="0">
              <a:buNone/>
              <a:defRPr sz="1052"/>
            </a:lvl5pPr>
            <a:lvl6pPr marL="2672105" indent="0">
              <a:buNone/>
              <a:defRPr sz="1052"/>
            </a:lvl6pPr>
            <a:lvl7pPr marL="3206526" indent="0">
              <a:buNone/>
              <a:defRPr sz="1052"/>
            </a:lvl7pPr>
            <a:lvl8pPr marL="3740948" indent="0">
              <a:buNone/>
              <a:defRPr sz="1052"/>
            </a:lvl8pPr>
            <a:lvl9pPr marL="4275369" indent="0">
              <a:buNone/>
              <a:defRPr sz="105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669D-33D1-4404-A99D-C4224B9C8823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9054067" y="0"/>
            <a:ext cx="801648" cy="24297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975716" y="653551"/>
            <a:ext cx="924979" cy="1696553"/>
          </a:xfrm>
          <a:prstGeom prst="rect">
            <a:avLst/>
          </a:prstGeom>
        </p:spPr>
        <p:txBody>
          <a:bodyPr/>
          <a:lstStyle>
            <a:lvl1pPr algn="ctr">
              <a:defRPr sz="3273"/>
            </a:lvl1pPr>
          </a:lstStyle>
          <a:p>
            <a:fld id="{F73BB938-4F35-4C55-A752-C266FC789A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5251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856" y="0"/>
            <a:ext cx="10690494" cy="15162046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2803" y="2048848"/>
            <a:ext cx="7506834" cy="3740833"/>
          </a:xfrm>
        </p:spPr>
        <p:txBody>
          <a:bodyPr/>
          <a:lstStyle>
            <a:lvl1pPr>
              <a:defRPr sz="420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2803" y="7708371"/>
            <a:ext cx="7506834" cy="5606337"/>
          </a:xfrm>
        </p:spPr>
        <p:txBody>
          <a:bodyPr anchor="ctr">
            <a:normAutofit/>
          </a:bodyPr>
          <a:lstStyle>
            <a:lvl1pPr marL="0" indent="0">
              <a:buNone/>
              <a:defRPr sz="2104"/>
            </a:lvl1pPr>
            <a:lvl2pPr marL="534421" indent="0">
              <a:buNone/>
              <a:defRPr sz="1403"/>
            </a:lvl2pPr>
            <a:lvl3pPr marL="1068842" indent="0">
              <a:buNone/>
              <a:defRPr sz="1169"/>
            </a:lvl3pPr>
            <a:lvl4pPr marL="1603263" indent="0">
              <a:buNone/>
              <a:defRPr sz="1052"/>
            </a:lvl4pPr>
            <a:lvl5pPr marL="2137684" indent="0">
              <a:buNone/>
              <a:defRPr sz="1052"/>
            </a:lvl5pPr>
            <a:lvl6pPr marL="2672105" indent="0">
              <a:buNone/>
              <a:defRPr sz="1052"/>
            </a:lvl6pPr>
            <a:lvl7pPr marL="3206526" indent="0">
              <a:buNone/>
              <a:defRPr sz="1052"/>
            </a:lvl7pPr>
            <a:lvl8pPr marL="3740948" indent="0">
              <a:buNone/>
              <a:defRPr sz="1052"/>
            </a:lvl8pPr>
            <a:lvl9pPr marL="4275369" indent="0">
              <a:buNone/>
              <a:defRPr sz="105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669D-33D1-4404-A99D-C4224B9C8823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9054067" y="0"/>
            <a:ext cx="801648" cy="24297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75716" y="653551"/>
            <a:ext cx="924979" cy="1696553"/>
          </a:xfrm>
          <a:prstGeom prst="rect">
            <a:avLst/>
          </a:prstGeom>
        </p:spPr>
        <p:txBody>
          <a:bodyPr/>
          <a:lstStyle>
            <a:lvl1pPr algn="ctr">
              <a:defRPr sz="3273"/>
            </a:lvl1pPr>
          </a:lstStyle>
          <a:p>
            <a:fld id="{F73BB938-4F35-4C55-A752-C266FC789A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0838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856" y="0"/>
            <a:ext cx="10690494" cy="15162046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756797" y="1440206"/>
            <a:ext cx="703214" cy="1531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351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8263611" y="6409512"/>
            <a:ext cx="723637" cy="1531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351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8617" y="2048847"/>
            <a:ext cx="7201020" cy="6369482"/>
          </a:xfrm>
        </p:spPr>
        <p:txBody>
          <a:bodyPr anchor="ctr"/>
          <a:lstStyle>
            <a:lvl1pPr>
              <a:defRPr sz="420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621623" y="8418330"/>
            <a:ext cx="6599910" cy="736164"/>
          </a:xfrm>
        </p:spPr>
        <p:txBody>
          <a:bodyPr>
            <a:normAutofit/>
          </a:bodyPr>
          <a:lstStyle>
            <a:lvl1pPr marL="0" indent="0">
              <a:buNone/>
              <a:defRPr lang="en-US" sz="1636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534421" indent="0">
              <a:buNone/>
              <a:defRPr sz="1403"/>
            </a:lvl2pPr>
            <a:lvl3pPr marL="1068842" indent="0">
              <a:buNone/>
              <a:defRPr sz="1169"/>
            </a:lvl3pPr>
            <a:lvl4pPr marL="1603263" indent="0">
              <a:buNone/>
              <a:defRPr sz="1052"/>
            </a:lvl4pPr>
            <a:lvl5pPr marL="2137684" indent="0">
              <a:buNone/>
              <a:defRPr sz="1052"/>
            </a:lvl5pPr>
            <a:lvl6pPr marL="2672105" indent="0">
              <a:buNone/>
              <a:defRPr sz="1052"/>
            </a:lvl6pPr>
            <a:lvl7pPr marL="3206526" indent="0">
              <a:buNone/>
              <a:defRPr sz="1052"/>
            </a:lvl7pPr>
            <a:lvl8pPr marL="3740948" indent="0">
              <a:buNone/>
              <a:defRPr sz="1052"/>
            </a:lvl8pPr>
            <a:lvl9pPr marL="4275369" indent="0">
              <a:buNone/>
              <a:defRPr sz="105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2803" y="11051573"/>
            <a:ext cx="7415269" cy="2233421"/>
          </a:xfrm>
        </p:spPr>
        <p:txBody>
          <a:bodyPr anchor="ctr">
            <a:normAutofit/>
          </a:bodyPr>
          <a:lstStyle>
            <a:lvl1pPr marL="0" indent="0">
              <a:buNone/>
              <a:defRPr sz="2104"/>
            </a:lvl1pPr>
            <a:lvl2pPr marL="534421" indent="0">
              <a:buNone/>
              <a:defRPr sz="1403"/>
            </a:lvl2pPr>
            <a:lvl3pPr marL="1068842" indent="0">
              <a:buNone/>
              <a:defRPr sz="1169"/>
            </a:lvl3pPr>
            <a:lvl4pPr marL="1603263" indent="0">
              <a:buNone/>
              <a:defRPr sz="1052"/>
            </a:lvl4pPr>
            <a:lvl5pPr marL="2137684" indent="0">
              <a:buNone/>
              <a:defRPr sz="1052"/>
            </a:lvl5pPr>
            <a:lvl6pPr marL="2672105" indent="0">
              <a:buNone/>
              <a:defRPr sz="1052"/>
            </a:lvl6pPr>
            <a:lvl7pPr marL="3206526" indent="0">
              <a:buNone/>
              <a:defRPr sz="1052"/>
            </a:lvl7pPr>
            <a:lvl8pPr marL="3740948" indent="0">
              <a:buNone/>
              <a:defRPr sz="1052"/>
            </a:lvl8pPr>
            <a:lvl9pPr marL="4275369" indent="0">
              <a:buNone/>
              <a:defRPr sz="105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669D-33D1-4404-A99D-C4224B9C8823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9054067" y="0"/>
            <a:ext cx="801648" cy="24297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75716" y="653551"/>
            <a:ext cx="924979" cy="1696553"/>
          </a:xfrm>
          <a:prstGeom prst="rect">
            <a:avLst/>
          </a:prstGeom>
        </p:spPr>
        <p:txBody>
          <a:bodyPr/>
          <a:lstStyle>
            <a:lvl1pPr algn="ctr">
              <a:defRPr sz="3273"/>
            </a:lvl1pPr>
          </a:lstStyle>
          <a:p>
            <a:fld id="{F73BB938-4F35-4C55-A752-C266FC789A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5077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856" y="0"/>
            <a:ext cx="10690494" cy="15162046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2803" y="4546759"/>
            <a:ext cx="7506834" cy="4630958"/>
          </a:xfrm>
        </p:spPr>
        <p:txBody>
          <a:bodyPr anchor="b"/>
          <a:lstStyle>
            <a:lvl1pPr algn="l">
              <a:defRPr sz="467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2804" y="11104816"/>
            <a:ext cx="7506832" cy="2198663"/>
          </a:xfrm>
        </p:spPr>
        <p:txBody>
          <a:bodyPr anchor="t"/>
          <a:lstStyle>
            <a:lvl1pPr marL="0" indent="0" algn="l">
              <a:buNone/>
              <a:defRPr sz="2338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34421" indent="0">
              <a:buNone/>
              <a:defRPr sz="2104">
                <a:solidFill>
                  <a:schemeClr val="tx1">
                    <a:tint val="75000"/>
                  </a:schemeClr>
                </a:solidFill>
              </a:defRPr>
            </a:lvl2pPr>
            <a:lvl3pPr marL="1068842" indent="0">
              <a:buNone/>
              <a:defRPr sz="1870">
                <a:solidFill>
                  <a:schemeClr val="tx1">
                    <a:tint val="75000"/>
                  </a:schemeClr>
                </a:solidFill>
              </a:defRPr>
            </a:lvl3pPr>
            <a:lvl4pPr marL="1603263" indent="0">
              <a:buNone/>
              <a:defRPr sz="1636">
                <a:solidFill>
                  <a:schemeClr val="tx1">
                    <a:tint val="75000"/>
                  </a:schemeClr>
                </a:solidFill>
              </a:defRPr>
            </a:lvl4pPr>
            <a:lvl5pPr marL="2137684" indent="0">
              <a:buNone/>
              <a:defRPr sz="1636">
                <a:solidFill>
                  <a:schemeClr val="tx1">
                    <a:tint val="75000"/>
                  </a:schemeClr>
                </a:solidFill>
              </a:defRPr>
            </a:lvl5pPr>
            <a:lvl6pPr marL="2672105" indent="0">
              <a:buNone/>
              <a:defRPr sz="1636">
                <a:solidFill>
                  <a:schemeClr val="tx1">
                    <a:tint val="75000"/>
                  </a:schemeClr>
                </a:solidFill>
              </a:defRPr>
            </a:lvl6pPr>
            <a:lvl7pPr marL="3206526" indent="0">
              <a:buNone/>
              <a:defRPr sz="1636">
                <a:solidFill>
                  <a:schemeClr val="tx1">
                    <a:tint val="75000"/>
                  </a:schemeClr>
                </a:solidFill>
              </a:defRPr>
            </a:lvl7pPr>
            <a:lvl8pPr marL="3740948" indent="0">
              <a:buNone/>
              <a:defRPr sz="1636">
                <a:solidFill>
                  <a:schemeClr val="tx1">
                    <a:tint val="75000"/>
                  </a:schemeClr>
                </a:solidFill>
              </a:defRPr>
            </a:lvl8pPr>
            <a:lvl9pPr marL="4275369" indent="0">
              <a:buNone/>
              <a:defRPr sz="163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669D-33D1-4404-A99D-C4224B9C8823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9054067" y="0"/>
            <a:ext cx="801648" cy="24297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75716" y="653551"/>
            <a:ext cx="924979" cy="1696553"/>
          </a:xfrm>
          <a:prstGeom prst="rect">
            <a:avLst/>
          </a:prstGeom>
        </p:spPr>
        <p:txBody>
          <a:bodyPr/>
          <a:lstStyle>
            <a:lvl1pPr algn="ctr">
              <a:defRPr sz="3273"/>
            </a:lvl1pPr>
          </a:lstStyle>
          <a:p>
            <a:fld id="{F73BB938-4F35-4C55-A752-C266FC789A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7374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2803" y="2048848"/>
            <a:ext cx="7508690" cy="1568767"/>
          </a:xfrm>
        </p:spPr>
        <p:txBody>
          <a:bodyPr/>
          <a:lstStyle>
            <a:lvl1pPr>
              <a:defRPr sz="37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2802" y="5501017"/>
            <a:ext cx="2704225" cy="1454066"/>
          </a:xfrm>
        </p:spPr>
        <p:txBody>
          <a:bodyPr anchor="b">
            <a:noAutofit/>
          </a:bodyPr>
          <a:lstStyle>
            <a:lvl1pPr marL="0" indent="0">
              <a:buNone/>
              <a:defRPr sz="2338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34421" indent="0">
              <a:buNone/>
              <a:defRPr sz="2338" b="1"/>
            </a:lvl2pPr>
            <a:lvl3pPr marL="1068842" indent="0">
              <a:buNone/>
              <a:defRPr sz="2104" b="1"/>
            </a:lvl3pPr>
            <a:lvl4pPr marL="1603263" indent="0">
              <a:buNone/>
              <a:defRPr sz="1870" b="1"/>
            </a:lvl4pPr>
            <a:lvl5pPr marL="2137684" indent="0">
              <a:buNone/>
              <a:defRPr sz="1870" b="1"/>
            </a:lvl5pPr>
            <a:lvl6pPr marL="2672105" indent="0">
              <a:buNone/>
              <a:defRPr sz="1870" b="1"/>
            </a:lvl6pPr>
            <a:lvl7pPr marL="3206526" indent="0">
              <a:buNone/>
              <a:defRPr sz="1870" b="1"/>
            </a:lvl7pPr>
            <a:lvl8pPr marL="3740948" indent="0">
              <a:buNone/>
              <a:defRPr sz="1870" b="1"/>
            </a:lvl8pPr>
            <a:lvl9pPr marL="4275369" indent="0">
              <a:buNone/>
              <a:defRPr sz="187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12802" y="6955087"/>
            <a:ext cx="2704225" cy="6383155"/>
          </a:xfrm>
        </p:spPr>
        <p:txBody>
          <a:bodyPr anchor="t">
            <a:normAutofit/>
          </a:bodyPr>
          <a:lstStyle>
            <a:lvl1pPr marL="0" indent="0">
              <a:buNone/>
              <a:defRPr sz="1403"/>
            </a:lvl1pPr>
            <a:lvl2pPr marL="534421" indent="0">
              <a:buNone/>
              <a:defRPr sz="1403"/>
            </a:lvl2pPr>
            <a:lvl3pPr marL="1068842" indent="0">
              <a:buNone/>
              <a:defRPr sz="1169"/>
            </a:lvl3pPr>
            <a:lvl4pPr marL="1603263" indent="0">
              <a:buNone/>
              <a:defRPr sz="1052"/>
            </a:lvl4pPr>
            <a:lvl5pPr marL="2137684" indent="0">
              <a:buNone/>
              <a:defRPr sz="1052"/>
            </a:lvl5pPr>
            <a:lvl6pPr marL="2672105" indent="0">
              <a:buNone/>
              <a:defRPr sz="1052"/>
            </a:lvl6pPr>
            <a:lvl7pPr marL="3206526" indent="0">
              <a:buNone/>
              <a:defRPr sz="1052"/>
            </a:lvl7pPr>
            <a:lvl8pPr marL="3740948" indent="0">
              <a:buNone/>
              <a:defRPr sz="1052"/>
            </a:lvl8pPr>
            <a:lvl9pPr marL="4275369" indent="0">
              <a:buNone/>
              <a:defRPr sz="105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80903" y="5501017"/>
            <a:ext cx="2710638" cy="1454066"/>
          </a:xfrm>
        </p:spPr>
        <p:txBody>
          <a:bodyPr anchor="b">
            <a:noAutofit/>
          </a:bodyPr>
          <a:lstStyle>
            <a:lvl1pPr marL="0" indent="0">
              <a:buNone/>
              <a:defRPr sz="2338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34421" indent="0">
              <a:buNone/>
              <a:defRPr sz="2338" b="1"/>
            </a:lvl2pPr>
            <a:lvl3pPr marL="1068842" indent="0">
              <a:buNone/>
              <a:defRPr sz="2104" b="1"/>
            </a:lvl3pPr>
            <a:lvl4pPr marL="1603263" indent="0">
              <a:buNone/>
              <a:defRPr sz="1870" b="1"/>
            </a:lvl4pPr>
            <a:lvl5pPr marL="2137684" indent="0">
              <a:buNone/>
              <a:defRPr sz="1870" b="1"/>
            </a:lvl5pPr>
            <a:lvl6pPr marL="2672105" indent="0">
              <a:buNone/>
              <a:defRPr sz="1870" b="1"/>
            </a:lvl6pPr>
            <a:lvl7pPr marL="3206526" indent="0">
              <a:buNone/>
              <a:defRPr sz="1870" b="1"/>
            </a:lvl7pPr>
            <a:lvl8pPr marL="3740948" indent="0">
              <a:buNone/>
              <a:defRPr sz="1870" b="1"/>
            </a:lvl8pPr>
            <a:lvl9pPr marL="4275369" indent="0">
              <a:buNone/>
              <a:defRPr sz="187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84242" y="6955087"/>
            <a:ext cx="2710638" cy="6383155"/>
          </a:xfrm>
        </p:spPr>
        <p:txBody>
          <a:bodyPr anchor="t">
            <a:normAutofit/>
          </a:bodyPr>
          <a:lstStyle>
            <a:lvl1pPr marL="0" indent="0">
              <a:buNone/>
              <a:defRPr sz="1403"/>
            </a:lvl1pPr>
            <a:lvl2pPr marL="534421" indent="0">
              <a:buNone/>
              <a:defRPr sz="1403"/>
            </a:lvl2pPr>
            <a:lvl3pPr marL="1068842" indent="0">
              <a:buNone/>
              <a:defRPr sz="1169"/>
            </a:lvl3pPr>
            <a:lvl4pPr marL="1603263" indent="0">
              <a:buNone/>
              <a:defRPr sz="1052"/>
            </a:lvl4pPr>
            <a:lvl5pPr marL="2137684" indent="0">
              <a:buNone/>
              <a:defRPr sz="1052"/>
            </a:lvl5pPr>
            <a:lvl6pPr marL="2672105" indent="0">
              <a:buNone/>
              <a:defRPr sz="1052"/>
            </a:lvl6pPr>
            <a:lvl7pPr marL="3206526" indent="0">
              <a:buNone/>
              <a:defRPr sz="1052"/>
            </a:lvl7pPr>
            <a:lvl8pPr marL="3740948" indent="0">
              <a:buNone/>
              <a:defRPr sz="1052"/>
            </a:lvl8pPr>
            <a:lvl9pPr marL="4275369" indent="0">
              <a:buNone/>
              <a:defRPr sz="105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965198" y="5501017"/>
            <a:ext cx="2710638" cy="1454066"/>
          </a:xfrm>
        </p:spPr>
        <p:txBody>
          <a:bodyPr anchor="b">
            <a:noAutofit/>
          </a:bodyPr>
          <a:lstStyle>
            <a:lvl1pPr marL="0" indent="0">
              <a:buNone/>
              <a:defRPr sz="2338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34421" indent="0">
              <a:buNone/>
              <a:defRPr sz="2338" b="1"/>
            </a:lvl2pPr>
            <a:lvl3pPr marL="1068842" indent="0">
              <a:buNone/>
              <a:defRPr sz="2104" b="1"/>
            </a:lvl3pPr>
            <a:lvl4pPr marL="1603263" indent="0">
              <a:buNone/>
              <a:defRPr sz="1870" b="1"/>
            </a:lvl4pPr>
            <a:lvl5pPr marL="2137684" indent="0">
              <a:buNone/>
              <a:defRPr sz="1870" b="1"/>
            </a:lvl5pPr>
            <a:lvl6pPr marL="2672105" indent="0">
              <a:buNone/>
              <a:defRPr sz="1870" b="1"/>
            </a:lvl6pPr>
            <a:lvl7pPr marL="3206526" indent="0">
              <a:buNone/>
              <a:defRPr sz="1870" b="1"/>
            </a:lvl7pPr>
            <a:lvl8pPr marL="3740948" indent="0">
              <a:buNone/>
              <a:defRPr sz="1870" b="1"/>
            </a:lvl8pPr>
            <a:lvl9pPr marL="4275369" indent="0">
              <a:buNone/>
              <a:defRPr sz="187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6967878" y="6955087"/>
            <a:ext cx="2707958" cy="6383155"/>
          </a:xfrm>
        </p:spPr>
        <p:txBody>
          <a:bodyPr anchor="t">
            <a:normAutofit/>
          </a:bodyPr>
          <a:lstStyle>
            <a:lvl1pPr marL="0" indent="0">
              <a:buNone/>
              <a:defRPr sz="1403"/>
            </a:lvl1pPr>
            <a:lvl2pPr marL="534421" indent="0">
              <a:buNone/>
              <a:defRPr sz="1403"/>
            </a:lvl2pPr>
            <a:lvl3pPr marL="1068842" indent="0">
              <a:buNone/>
              <a:defRPr sz="1169"/>
            </a:lvl3pPr>
            <a:lvl4pPr marL="1603263" indent="0">
              <a:buNone/>
              <a:defRPr sz="1052"/>
            </a:lvl4pPr>
            <a:lvl5pPr marL="2137684" indent="0">
              <a:buNone/>
              <a:defRPr sz="1052"/>
            </a:lvl5pPr>
            <a:lvl6pPr marL="2672105" indent="0">
              <a:buNone/>
              <a:defRPr sz="1052"/>
            </a:lvl6pPr>
            <a:lvl7pPr marL="3206526" indent="0">
              <a:buNone/>
              <a:defRPr sz="1052"/>
            </a:lvl7pPr>
            <a:lvl8pPr marL="3740948" indent="0">
              <a:buNone/>
              <a:defRPr sz="1052"/>
            </a:lvl8pPr>
            <a:lvl9pPr marL="4275369" indent="0">
              <a:buNone/>
              <a:defRPr sz="105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851054" y="5501019"/>
            <a:ext cx="0" cy="7837221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837644" y="5501019"/>
            <a:ext cx="0" cy="7837221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669D-33D1-4404-A99D-C4224B9C8823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975716" y="653551"/>
            <a:ext cx="924979" cy="1696553"/>
          </a:xfrm>
          <a:prstGeom prst="rect">
            <a:avLst/>
          </a:prstGeom>
        </p:spPr>
        <p:txBody>
          <a:bodyPr/>
          <a:lstStyle>
            <a:lvl1pPr algn="ctr">
              <a:defRPr sz="3273"/>
            </a:lvl1pPr>
          </a:lstStyle>
          <a:p>
            <a:fld id="{F73BB938-4F35-4C55-A752-C266FC789A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54967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2802" y="2048848"/>
            <a:ext cx="7417125" cy="1568767"/>
          </a:xfrm>
        </p:spPr>
        <p:txBody>
          <a:bodyPr/>
          <a:lstStyle>
            <a:lvl1pPr>
              <a:defRPr sz="37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2802" y="9236714"/>
            <a:ext cx="2704225" cy="1454066"/>
          </a:xfrm>
        </p:spPr>
        <p:txBody>
          <a:bodyPr anchor="b">
            <a:noAutofit/>
          </a:bodyPr>
          <a:lstStyle>
            <a:lvl1pPr marL="0" indent="0">
              <a:buNone/>
              <a:defRPr sz="2338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34421" indent="0">
              <a:buNone/>
              <a:defRPr sz="2338" b="1"/>
            </a:lvl2pPr>
            <a:lvl3pPr marL="1068842" indent="0">
              <a:buNone/>
              <a:defRPr sz="2104" b="1"/>
            </a:lvl3pPr>
            <a:lvl4pPr marL="1603263" indent="0">
              <a:buNone/>
              <a:defRPr sz="1870" b="1"/>
            </a:lvl4pPr>
            <a:lvl5pPr marL="2137684" indent="0">
              <a:buNone/>
              <a:defRPr sz="1870" b="1"/>
            </a:lvl5pPr>
            <a:lvl6pPr marL="2672105" indent="0">
              <a:buNone/>
              <a:defRPr sz="1870" b="1"/>
            </a:lvl6pPr>
            <a:lvl7pPr marL="3206526" indent="0">
              <a:buNone/>
              <a:defRPr sz="1870" b="1"/>
            </a:lvl7pPr>
            <a:lvl8pPr marL="3740948" indent="0">
              <a:buNone/>
              <a:defRPr sz="1870" b="1"/>
            </a:lvl8pPr>
            <a:lvl9pPr marL="4275369" indent="0">
              <a:buNone/>
              <a:defRPr sz="187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91197" y="5501017"/>
            <a:ext cx="2355550" cy="319855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870"/>
            </a:lvl1pPr>
            <a:lvl2pPr marL="534421" indent="0">
              <a:buNone/>
              <a:defRPr sz="1870"/>
            </a:lvl2pPr>
            <a:lvl3pPr marL="1068842" indent="0">
              <a:buNone/>
              <a:defRPr sz="1870"/>
            </a:lvl3pPr>
            <a:lvl4pPr marL="1603263" indent="0">
              <a:buNone/>
              <a:defRPr sz="1870"/>
            </a:lvl4pPr>
            <a:lvl5pPr marL="2137684" indent="0">
              <a:buNone/>
              <a:defRPr sz="1870"/>
            </a:lvl5pPr>
            <a:lvl6pPr marL="2672105" indent="0">
              <a:buNone/>
              <a:defRPr sz="1870"/>
            </a:lvl6pPr>
            <a:lvl7pPr marL="3206526" indent="0">
              <a:buNone/>
              <a:defRPr sz="1870"/>
            </a:lvl7pPr>
            <a:lvl8pPr marL="3740948" indent="0">
              <a:buNone/>
              <a:defRPr sz="1870"/>
            </a:lvl8pPr>
            <a:lvl9pPr marL="4275369" indent="0">
              <a:buNone/>
              <a:defRPr sz="187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1012801" y="10690780"/>
            <a:ext cx="2704225" cy="2623925"/>
          </a:xfrm>
        </p:spPr>
        <p:txBody>
          <a:bodyPr anchor="t">
            <a:normAutofit/>
          </a:bodyPr>
          <a:lstStyle>
            <a:lvl1pPr marL="0" indent="0">
              <a:buNone/>
              <a:defRPr sz="1403"/>
            </a:lvl1pPr>
            <a:lvl2pPr marL="534421" indent="0">
              <a:buNone/>
              <a:defRPr sz="1403"/>
            </a:lvl2pPr>
            <a:lvl3pPr marL="1068842" indent="0">
              <a:buNone/>
              <a:defRPr sz="1169"/>
            </a:lvl3pPr>
            <a:lvl4pPr marL="1603263" indent="0">
              <a:buNone/>
              <a:defRPr sz="1052"/>
            </a:lvl4pPr>
            <a:lvl5pPr marL="2137684" indent="0">
              <a:buNone/>
              <a:defRPr sz="1052"/>
            </a:lvl5pPr>
            <a:lvl6pPr marL="2672105" indent="0">
              <a:buNone/>
              <a:defRPr sz="1052"/>
            </a:lvl6pPr>
            <a:lvl7pPr marL="3206526" indent="0">
              <a:buNone/>
              <a:defRPr sz="1052"/>
            </a:lvl7pPr>
            <a:lvl8pPr marL="3740948" indent="0">
              <a:buNone/>
              <a:defRPr sz="1052"/>
            </a:lvl8pPr>
            <a:lvl9pPr marL="4275369" indent="0">
              <a:buNone/>
              <a:defRPr sz="105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87345" y="9236712"/>
            <a:ext cx="2710638" cy="1454066"/>
          </a:xfrm>
        </p:spPr>
        <p:txBody>
          <a:bodyPr anchor="b">
            <a:noAutofit/>
          </a:bodyPr>
          <a:lstStyle>
            <a:lvl1pPr marL="0" indent="0">
              <a:buNone/>
              <a:defRPr sz="2338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34421" indent="0">
              <a:buNone/>
              <a:defRPr sz="2338" b="1"/>
            </a:lvl2pPr>
            <a:lvl3pPr marL="1068842" indent="0">
              <a:buNone/>
              <a:defRPr sz="2104" b="1"/>
            </a:lvl3pPr>
            <a:lvl4pPr marL="1603263" indent="0">
              <a:buNone/>
              <a:defRPr sz="1870" b="1"/>
            </a:lvl4pPr>
            <a:lvl5pPr marL="2137684" indent="0">
              <a:buNone/>
              <a:defRPr sz="1870" b="1"/>
            </a:lvl5pPr>
            <a:lvl6pPr marL="2672105" indent="0">
              <a:buNone/>
              <a:defRPr sz="1870" b="1"/>
            </a:lvl6pPr>
            <a:lvl7pPr marL="3206526" indent="0">
              <a:buNone/>
              <a:defRPr sz="1870" b="1"/>
            </a:lvl7pPr>
            <a:lvl8pPr marL="3740948" indent="0">
              <a:buNone/>
              <a:defRPr sz="1870" b="1"/>
            </a:lvl8pPr>
            <a:lvl9pPr marL="4275369" indent="0">
              <a:buNone/>
              <a:defRPr sz="187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153406" y="5501017"/>
            <a:ext cx="2355550" cy="319855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870"/>
            </a:lvl1pPr>
            <a:lvl2pPr marL="534421" indent="0">
              <a:buNone/>
              <a:defRPr sz="1870"/>
            </a:lvl2pPr>
            <a:lvl3pPr marL="1068842" indent="0">
              <a:buNone/>
              <a:defRPr sz="1870"/>
            </a:lvl3pPr>
            <a:lvl4pPr marL="1603263" indent="0">
              <a:buNone/>
              <a:defRPr sz="1870"/>
            </a:lvl4pPr>
            <a:lvl5pPr marL="2137684" indent="0">
              <a:buNone/>
              <a:defRPr sz="1870"/>
            </a:lvl5pPr>
            <a:lvl6pPr marL="2672105" indent="0">
              <a:buNone/>
              <a:defRPr sz="1870"/>
            </a:lvl6pPr>
            <a:lvl7pPr marL="3206526" indent="0">
              <a:buNone/>
              <a:defRPr sz="1870"/>
            </a:lvl7pPr>
            <a:lvl8pPr marL="3740948" indent="0">
              <a:buNone/>
              <a:defRPr sz="1870"/>
            </a:lvl8pPr>
            <a:lvl9pPr marL="4275369" indent="0">
              <a:buNone/>
              <a:defRPr sz="187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87345" y="10714316"/>
            <a:ext cx="2710638" cy="2623925"/>
          </a:xfrm>
        </p:spPr>
        <p:txBody>
          <a:bodyPr anchor="t">
            <a:normAutofit/>
          </a:bodyPr>
          <a:lstStyle>
            <a:lvl1pPr marL="0" indent="0">
              <a:buNone/>
              <a:defRPr sz="1403"/>
            </a:lvl1pPr>
            <a:lvl2pPr marL="534421" indent="0">
              <a:buNone/>
              <a:defRPr sz="1403"/>
            </a:lvl2pPr>
            <a:lvl3pPr marL="1068842" indent="0">
              <a:buNone/>
              <a:defRPr sz="1169"/>
            </a:lvl3pPr>
            <a:lvl4pPr marL="1603263" indent="0">
              <a:buNone/>
              <a:defRPr sz="1052"/>
            </a:lvl4pPr>
            <a:lvl5pPr marL="2137684" indent="0">
              <a:buNone/>
              <a:defRPr sz="1052"/>
            </a:lvl5pPr>
            <a:lvl6pPr marL="2672105" indent="0">
              <a:buNone/>
              <a:defRPr sz="1052"/>
            </a:lvl6pPr>
            <a:lvl7pPr marL="3206526" indent="0">
              <a:buNone/>
              <a:defRPr sz="1052"/>
            </a:lvl7pPr>
            <a:lvl8pPr marL="3740948" indent="0">
              <a:buNone/>
              <a:defRPr sz="1052"/>
            </a:lvl8pPr>
            <a:lvl9pPr marL="4275369" indent="0">
              <a:buNone/>
              <a:defRPr sz="105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965198" y="9236714"/>
            <a:ext cx="2710638" cy="1454066"/>
          </a:xfrm>
        </p:spPr>
        <p:txBody>
          <a:bodyPr anchor="b">
            <a:noAutofit/>
          </a:bodyPr>
          <a:lstStyle>
            <a:lvl1pPr marL="0" indent="0">
              <a:buNone/>
              <a:defRPr sz="2338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34421" indent="0">
              <a:buNone/>
              <a:defRPr sz="2338" b="1"/>
            </a:lvl2pPr>
            <a:lvl3pPr marL="1068842" indent="0">
              <a:buNone/>
              <a:defRPr sz="2104" b="1"/>
            </a:lvl3pPr>
            <a:lvl4pPr marL="1603263" indent="0">
              <a:buNone/>
              <a:defRPr sz="1870" b="1"/>
            </a:lvl4pPr>
            <a:lvl5pPr marL="2137684" indent="0">
              <a:buNone/>
              <a:defRPr sz="1870" b="1"/>
            </a:lvl5pPr>
            <a:lvl6pPr marL="2672105" indent="0">
              <a:buNone/>
              <a:defRPr sz="1870" b="1"/>
            </a:lvl6pPr>
            <a:lvl7pPr marL="3206526" indent="0">
              <a:buNone/>
              <a:defRPr sz="1870" b="1"/>
            </a:lvl7pPr>
            <a:lvl8pPr marL="3740948" indent="0">
              <a:buNone/>
              <a:defRPr sz="1870" b="1"/>
            </a:lvl8pPr>
            <a:lvl9pPr marL="4275369" indent="0">
              <a:buNone/>
              <a:defRPr sz="187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40535" y="5501017"/>
            <a:ext cx="2355550" cy="319855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870"/>
            </a:lvl1pPr>
            <a:lvl2pPr marL="534421" indent="0">
              <a:buNone/>
              <a:defRPr sz="1870"/>
            </a:lvl2pPr>
            <a:lvl3pPr marL="1068842" indent="0">
              <a:buNone/>
              <a:defRPr sz="1870"/>
            </a:lvl3pPr>
            <a:lvl4pPr marL="1603263" indent="0">
              <a:buNone/>
              <a:defRPr sz="1870"/>
            </a:lvl4pPr>
            <a:lvl5pPr marL="2137684" indent="0">
              <a:buNone/>
              <a:defRPr sz="1870"/>
            </a:lvl5pPr>
            <a:lvl6pPr marL="2672105" indent="0">
              <a:buNone/>
              <a:defRPr sz="1870"/>
            </a:lvl6pPr>
            <a:lvl7pPr marL="3206526" indent="0">
              <a:buNone/>
              <a:defRPr sz="1870"/>
            </a:lvl7pPr>
            <a:lvl8pPr marL="3740948" indent="0">
              <a:buNone/>
              <a:defRPr sz="1870"/>
            </a:lvl8pPr>
            <a:lvl9pPr marL="4275369" indent="0">
              <a:buNone/>
              <a:defRPr sz="187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6965198" y="10690780"/>
            <a:ext cx="2710638" cy="2623925"/>
          </a:xfrm>
        </p:spPr>
        <p:txBody>
          <a:bodyPr anchor="t">
            <a:normAutofit/>
          </a:bodyPr>
          <a:lstStyle>
            <a:lvl1pPr marL="0" indent="0">
              <a:buNone/>
              <a:defRPr sz="1403"/>
            </a:lvl1pPr>
            <a:lvl2pPr marL="534421" indent="0">
              <a:buNone/>
              <a:defRPr sz="1403"/>
            </a:lvl2pPr>
            <a:lvl3pPr marL="1068842" indent="0">
              <a:buNone/>
              <a:defRPr sz="1169"/>
            </a:lvl3pPr>
            <a:lvl4pPr marL="1603263" indent="0">
              <a:buNone/>
              <a:defRPr sz="1052"/>
            </a:lvl4pPr>
            <a:lvl5pPr marL="2137684" indent="0">
              <a:buNone/>
              <a:defRPr sz="1052"/>
            </a:lvl5pPr>
            <a:lvl6pPr marL="2672105" indent="0">
              <a:buNone/>
              <a:defRPr sz="1052"/>
            </a:lvl6pPr>
            <a:lvl7pPr marL="3206526" indent="0">
              <a:buNone/>
              <a:defRPr sz="1052"/>
            </a:lvl7pPr>
            <a:lvl8pPr marL="3740948" indent="0">
              <a:buNone/>
              <a:defRPr sz="1052"/>
            </a:lvl8pPr>
            <a:lvl9pPr marL="4275369" indent="0">
              <a:buNone/>
              <a:defRPr sz="105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845781" y="5501019"/>
            <a:ext cx="0" cy="7837221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6837644" y="5501019"/>
            <a:ext cx="0" cy="7837221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669D-33D1-4404-A99D-C4224B9C8823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975716" y="653551"/>
            <a:ext cx="924979" cy="1696553"/>
          </a:xfrm>
          <a:prstGeom prst="rect">
            <a:avLst/>
          </a:prstGeom>
        </p:spPr>
        <p:txBody>
          <a:bodyPr/>
          <a:lstStyle>
            <a:lvl1pPr algn="ctr">
              <a:defRPr sz="3273"/>
            </a:lvl1pPr>
          </a:lstStyle>
          <a:p>
            <a:fld id="{F73BB938-4F35-4C55-A752-C266FC789A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79954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08719" y="14116987"/>
            <a:ext cx="1157935" cy="505326"/>
          </a:xfrm>
        </p:spPr>
        <p:txBody>
          <a:bodyPr/>
          <a:lstStyle/>
          <a:p>
            <a:fld id="{B422669D-33D1-4404-A99D-C4224B9C8823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3321" y="14116986"/>
            <a:ext cx="4511806" cy="505328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75716" y="653551"/>
            <a:ext cx="924979" cy="1696553"/>
          </a:xfrm>
          <a:prstGeom prst="rect">
            <a:avLst/>
          </a:prstGeom>
        </p:spPr>
        <p:txBody>
          <a:bodyPr/>
          <a:lstStyle>
            <a:lvl1pPr algn="ctr">
              <a:defRPr sz="3273"/>
            </a:lvl1pPr>
          </a:lstStyle>
          <a:p>
            <a:fld id="{F73BB938-4F35-4C55-A752-C266FC789A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32143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856" y="0"/>
            <a:ext cx="10661075" cy="15162046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84948" y="888766"/>
            <a:ext cx="5389399" cy="133783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-1602211" y="5633541"/>
            <a:ext cx="13250867" cy="3888786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10688638" cy="15155863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18020" y="3199570"/>
            <a:ext cx="1301615" cy="1010391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3151" y="3199570"/>
            <a:ext cx="5163061" cy="101039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669D-33D1-4404-A99D-C4224B9C8823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9520" y="14067456"/>
            <a:ext cx="4511806" cy="505328"/>
          </a:xfrm>
        </p:spPr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9054067" y="0"/>
            <a:ext cx="801648" cy="24297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75716" y="653551"/>
            <a:ext cx="924979" cy="1696553"/>
          </a:xfrm>
          <a:prstGeom prst="rect">
            <a:avLst/>
          </a:prstGeom>
        </p:spPr>
        <p:txBody>
          <a:bodyPr/>
          <a:lstStyle>
            <a:lvl1pPr algn="ctr">
              <a:defRPr sz="3273"/>
            </a:lvl1pPr>
          </a:lstStyle>
          <a:p>
            <a:fld id="{F73BB938-4F35-4C55-A752-C266FC789A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4183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856" y="0"/>
            <a:ext cx="10690494" cy="15162046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012802" y="2048847"/>
            <a:ext cx="7417125" cy="15687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0396" y="5501017"/>
            <a:ext cx="7417125" cy="7802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53946" y="14067457"/>
            <a:ext cx="1157935" cy="5053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2" b="1" i="0">
                <a:solidFill>
                  <a:schemeClr val="accent1"/>
                </a:solidFill>
              </a:defRPr>
            </a:lvl1pPr>
          </a:lstStyle>
          <a:p>
            <a:fld id="{B422669D-33D1-4404-A99D-C4224B9C8823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0651" y="14067454"/>
            <a:ext cx="4511806" cy="5053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52" b="1" i="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26" name="Rectangle 25"/>
          <p:cNvSpPr/>
          <p:nvPr/>
        </p:nvSpPr>
        <p:spPr>
          <a:xfrm>
            <a:off x="9054067" y="0"/>
            <a:ext cx="801648" cy="24297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8975716" y="653551"/>
            <a:ext cx="924979" cy="1696553"/>
          </a:xfrm>
          <a:prstGeom prst="rect">
            <a:avLst/>
          </a:prstGeom>
        </p:spPr>
        <p:txBody>
          <a:bodyPr anchor="b"/>
          <a:lstStyle>
            <a:lvl1pPr algn="ctr">
              <a:defRPr sz="3273">
                <a:solidFill>
                  <a:schemeClr val="bg1"/>
                </a:solidFill>
              </a:defRPr>
            </a:lvl1pPr>
          </a:lstStyle>
          <a:p>
            <a:fld id="{F73BB938-4F35-4C55-A752-C266FC789A0F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BCU Logo&#10;">
            <a:extLst>
              <a:ext uri="{FF2B5EF4-FFF2-40B4-BE49-F238E27FC236}">
                <a16:creationId xmlns:a16="http://schemas.microsoft.com/office/drawing/2014/main" id="{2F9E62A3-FACD-F7D1-57A8-2CD2C3D86163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8278115" y="116730"/>
            <a:ext cx="1879274" cy="37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645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</p:sldLayoutIdLst>
  <p:txStyles>
    <p:titleStyle>
      <a:lvl1pPr algn="l" defTabSz="534421" rtl="0" eaLnBrk="1" latinLnBrk="0" hangingPunct="1">
        <a:spcBef>
          <a:spcPct val="0"/>
        </a:spcBef>
        <a:buNone/>
        <a:defRPr sz="374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00816" indent="-400816" algn="l" defTabSz="534421" rtl="0" eaLnBrk="1" latinLnBrk="0" hangingPunct="1">
        <a:spcBef>
          <a:spcPts val="1169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04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01632" indent="-331341" algn="l" defTabSz="534421" rtl="0" eaLnBrk="1" latinLnBrk="0" hangingPunct="1">
        <a:spcBef>
          <a:spcPts val="1169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7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22284" indent="-267211" algn="l" defTabSz="534421" rtl="0" eaLnBrk="1" latinLnBrk="0" hangingPunct="1">
        <a:spcBef>
          <a:spcPts val="1169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36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42937" indent="-267211" algn="l" defTabSz="534421" rtl="0" eaLnBrk="1" latinLnBrk="0" hangingPunct="1">
        <a:spcBef>
          <a:spcPts val="1169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3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763590" indent="-267211" algn="l" defTabSz="534421" rtl="0" eaLnBrk="1" latinLnBrk="0" hangingPunct="1">
        <a:spcBef>
          <a:spcPts val="1169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3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121086" indent="-267211" algn="l" defTabSz="534421" rtl="0" eaLnBrk="1" latinLnBrk="0" hangingPunct="1">
        <a:spcBef>
          <a:spcPts val="1169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3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421727" indent="-267211" algn="l" defTabSz="534421" rtl="0" eaLnBrk="1" latinLnBrk="0" hangingPunct="1">
        <a:spcBef>
          <a:spcPts val="1169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3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640545" indent="-267211" algn="l" defTabSz="534421" rtl="0" eaLnBrk="1" latinLnBrk="0" hangingPunct="1">
        <a:spcBef>
          <a:spcPts val="1169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3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06119" indent="-267211" algn="l" defTabSz="534421" rtl="0" eaLnBrk="1" latinLnBrk="0" hangingPunct="1">
        <a:spcBef>
          <a:spcPts val="1169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3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21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1pPr>
      <a:lvl2pPr marL="534421" algn="l" defTabSz="534421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2pPr>
      <a:lvl3pPr marL="1068842" algn="l" defTabSz="534421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3pPr>
      <a:lvl4pPr marL="1603263" algn="l" defTabSz="534421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4pPr>
      <a:lvl5pPr marL="2137684" algn="l" defTabSz="534421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5pPr>
      <a:lvl6pPr marL="2672105" algn="l" defTabSz="534421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6pPr>
      <a:lvl7pPr marL="3206526" algn="l" defTabSz="534421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7pPr>
      <a:lvl8pPr marL="3740948" algn="l" defTabSz="534421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8pPr>
      <a:lvl9pPr marL="4275369" algn="l" defTabSz="534421" rtl="0" eaLnBrk="1" latinLnBrk="0" hangingPunct="1">
        <a:defRPr sz="21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7C7119D-BBE0-B136-4EC1-D3F92F4408DD}"/>
              </a:ext>
            </a:extLst>
          </p:cNvPr>
          <p:cNvSpPr/>
          <p:nvPr/>
        </p:nvSpPr>
        <p:spPr>
          <a:xfrm>
            <a:off x="116820" y="42106"/>
            <a:ext cx="10376102" cy="18925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6000" b="1">
                <a:solidFill>
                  <a:srgbClr val="FFFFFF"/>
                </a:solidFill>
                <a:latin typeface="Calibri"/>
              </a:defRPr>
            </a:pPr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PROJECT TITLE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Student Name | Supervisor | Course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A91D0C2-021C-F373-6534-3D662492D779}"/>
              </a:ext>
            </a:extLst>
          </p:cNvPr>
          <p:cNvSpPr/>
          <p:nvPr/>
        </p:nvSpPr>
        <p:spPr>
          <a:xfrm>
            <a:off x="190351" y="14516737"/>
            <a:ext cx="10376103" cy="5767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| GitHub | QR Code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E23CA1-568A-9DD3-1881-A0205BD4383D}"/>
              </a:ext>
            </a:extLst>
          </p:cNvPr>
          <p:cNvSpPr txBox="1"/>
          <p:nvPr/>
        </p:nvSpPr>
        <p:spPr>
          <a:xfrm>
            <a:off x="-5377948" y="11875313"/>
            <a:ext cx="424026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Acknowledgements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| GitHub | QR Code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C7FD3E-34AB-B1E1-06B8-B6A30E4A896E}"/>
              </a:ext>
            </a:extLst>
          </p:cNvPr>
          <p:cNvSpPr/>
          <p:nvPr/>
        </p:nvSpPr>
        <p:spPr>
          <a:xfrm>
            <a:off x="116820" y="2158095"/>
            <a:ext cx="3251201" cy="515834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A1F44"/>
                </a:solidFill>
              </a:defRPr>
            </a:pPr>
            <a:endParaRPr lang="en-GB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3CEC3A-E351-F164-E3D6-C30A6E531DF9}"/>
              </a:ext>
            </a:extLst>
          </p:cNvPr>
          <p:cNvSpPr/>
          <p:nvPr/>
        </p:nvSpPr>
        <p:spPr>
          <a:xfrm>
            <a:off x="3498748" y="2158095"/>
            <a:ext cx="3119385" cy="248782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2400" b="0">
                <a:solidFill>
                  <a:srgbClr val="3C3C3C"/>
                </a:solidFill>
              </a:defRPr>
            </a:pPr>
            <a:endParaRPr lang="en-GB" b="1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656E95-E7D7-D772-F2CA-F10192352425}"/>
              </a:ext>
            </a:extLst>
          </p:cNvPr>
          <p:cNvSpPr/>
          <p:nvPr/>
        </p:nvSpPr>
        <p:spPr>
          <a:xfrm>
            <a:off x="3516140" y="4828610"/>
            <a:ext cx="3101993" cy="248782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b="1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B6CBD5-50D5-6A2F-CDAC-BB12D789772A}"/>
              </a:ext>
            </a:extLst>
          </p:cNvPr>
          <p:cNvSpPr/>
          <p:nvPr/>
        </p:nvSpPr>
        <p:spPr>
          <a:xfrm>
            <a:off x="6904901" y="2196167"/>
            <a:ext cx="3544313" cy="313904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A1F44"/>
                </a:solidFill>
              </a:defRPr>
            </a:pPr>
            <a:endParaRPr lang="en-GB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FEE14C-A8AE-8B6F-DBE0-BA9FACDC0C24}"/>
              </a:ext>
            </a:extLst>
          </p:cNvPr>
          <p:cNvSpPr/>
          <p:nvPr/>
        </p:nvSpPr>
        <p:spPr>
          <a:xfrm>
            <a:off x="6904901" y="5548745"/>
            <a:ext cx="3588021" cy="313904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262157-D873-1596-CF86-6AB49379A25A}"/>
              </a:ext>
            </a:extLst>
          </p:cNvPr>
          <p:cNvSpPr/>
          <p:nvPr/>
        </p:nvSpPr>
        <p:spPr>
          <a:xfrm>
            <a:off x="190352" y="7577931"/>
            <a:ext cx="6562156" cy="617226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A1F44"/>
                </a:solidFill>
              </a:defRPr>
            </a:pPr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 algn="ctr">
              <a:defRPr sz="2800" b="1">
                <a:solidFill>
                  <a:srgbClr val="0A1F44"/>
                </a:solidFill>
              </a:defRPr>
            </a:pPr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/Implementation &amp; Testing / Evaluation</a:t>
            </a:r>
          </a:p>
          <a:p>
            <a:pPr algn="ctr"/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F8C09F-606C-843C-B801-78CE17CF991E}"/>
              </a:ext>
            </a:extLst>
          </p:cNvPr>
          <p:cNvSpPr/>
          <p:nvPr/>
        </p:nvSpPr>
        <p:spPr>
          <a:xfrm>
            <a:off x="6904901" y="8888819"/>
            <a:ext cx="3588021" cy="30420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A1F44"/>
                </a:solidFill>
              </a:defRPr>
            </a:pPr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</a:t>
            </a:r>
          </a:p>
          <a:p>
            <a:pPr algn="ctr"/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FD3867-7FB0-2B1B-E667-238035004609}"/>
              </a:ext>
            </a:extLst>
          </p:cNvPr>
          <p:cNvSpPr/>
          <p:nvPr/>
        </p:nvSpPr>
        <p:spPr>
          <a:xfrm>
            <a:off x="6904901" y="12059979"/>
            <a:ext cx="3588021" cy="169022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A1F44"/>
                </a:solidFill>
              </a:defRPr>
            </a:pP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 and Future Work</a:t>
            </a:r>
            <a:endParaRPr lang="en-GB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119F64-6EDC-4164-A629-E61EF4E8D722}"/>
              </a:ext>
            </a:extLst>
          </p:cNvPr>
          <p:cNvSpPr/>
          <p:nvPr/>
        </p:nvSpPr>
        <p:spPr>
          <a:xfrm>
            <a:off x="217569" y="13877956"/>
            <a:ext cx="10253499" cy="57677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A1F44"/>
                </a:solidFill>
              </a:defRPr>
            </a:pPr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en-GB" dirty="0"/>
          </a:p>
        </p:txBody>
      </p:sp>
      <p:pic>
        <p:nvPicPr>
          <p:cNvPr id="15" name="Picture 14" descr="BCU Logo&#10;">
            <a:extLst>
              <a:ext uri="{FF2B5EF4-FFF2-40B4-BE49-F238E27FC236}">
                <a16:creationId xmlns:a16="http://schemas.microsoft.com/office/drawing/2014/main" id="{8B9ACF84-147A-3DAA-DB67-FEA61C5A1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8688" y="116730"/>
            <a:ext cx="2475187" cy="4982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7D67857-4E9C-FAFF-410C-88A93B56153E}"/>
              </a:ext>
            </a:extLst>
          </p:cNvPr>
          <p:cNvSpPr txBox="1"/>
          <p:nvPr/>
        </p:nvSpPr>
        <p:spPr>
          <a:xfrm>
            <a:off x="116820" y="2196167"/>
            <a:ext cx="325120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800" b="1">
                <a:solidFill>
                  <a:srgbClr val="0A1F44"/>
                </a:solidFill>
              </a:defRPr>
            </a:pPr>
            <a:r>
              <a:rPr lang="en-GB" sz="2600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Explores alternative game controllers. </a:t>
            </a:r>
          </a:p>
          <a:p>
            <a:pPr algn="ctr">
              <a:defRPr sz="2800" b="1">
                <a:solidFill>
                  <a:srgbClr val="0A1F44"/>
                </a:solidFill>
              </a:defRPr>
            </a:pPr>
            <a:endParaRPr lang="en-GB" sz="2600" dirty="0">
              <a:solidFill>
                <a:schemeClr val="tx1">
                  <a:lumMod val="95000"/>
                  <a:lumOff val="5000"/>
                </a:schemeClr>
              </a:solidFill>
              <a:cs typeface="Arial" panose="020B0604020202020204" pitchFamily="34" charset="0"/>
            </a:endParaRPr>
          </a:p>
          <a:p>
            <a:pPr algn="ctr">
              <a:defRPr sz="2800" b="1">
                <a:solidFill>
                  <a:srgbClr val="0A1F44"/>
                </a:solidFill>
              </a:defRPr>
            </a:pPr>
            <a:r>
              <a:rPr lang="en-GB" sz="2600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How it helps shape player immersion, experience and accessibility</a:t>
            </a:r>
          </a:p>
          <a:p>
            <a:pPr algn="ctr">
              <a:defRPr sz="2800" b="1">
                <a:solidFill>
                  <a:srgbClr val="0A1F44"/>
                </a:solidFill>
              </a:defRPr>
            </a:pPr>
            <a:endParaRPr lang="en-GB" sz="2600" dirty="0">
              <a:solidFill>
                <a:schemeClr val="tx1">
                  <a:lumMod val="95000"/>
                  <a:lumOff val="5000"/>
                </a:schemeClr>
              </a:solidFill>
              <a:cs typeface="Arial" panose="020B0604020202020204" pitchFamily="34" charset="0"/>
            </a:endParaRPr>
          </a:p>
          <a:p>
            <a:pPr algn="ctr">
              <a:defRPr sz="2800" b="1">
                <a:solidFill>
                  <a:srgbClr val="0A1F44"/>
                </a:solidFill>
              </a:defRPr>
            </a:pPr>
            <a:r>
              <a:rPr lang="en-GB" sz="2600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Motion-Based Controller for the study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DD87DC-5179-BA46-933E-D97FE0F5E74F}"/>
              </a:ext>
            </a:extLst>
          </p:cNvPr>
          <p:cNvSpPr txBox="1"/>
          <p:nvPr/>
        </p:nvSpPr>
        <p:spPr>
          <a:xfrm>
            <a:off x="3516140" y="2196167"/>
            <a:ext cx="310199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cs typeface="Arial"/>
              </a:rPr>
              <a:t>Problem Statement:</a:t>
            </a:r>
          </a:p>
          <a:p>
            <a:endParaRPr lang="en-GB" b="1" dirty="0"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cs typeface="Arial"/>
              </a:rPr>
              <a:t>Expensive Controllers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cs typeface="Arial"/>
              </a:rPr>
              <a:t>Not all Controllers Cater to everyone.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cs typeface="Arial"/>
              </a:rPr>
              <a:t>Limited accessibility creates barriers for many players.</a:t>
            </a:r>
            <a:br>
              <a:rPr lang="en-GB" b="1" dirty="0">
                <a:cs typeface="Arial"/>
              </a:rPr>
            </a:br>
            <a:br>
              <a:rPr lang="en-GB" b="1" dirty="0">
                <a:cs typeface="Arial"/>
              </a:rPr>
            </a:br>
            <a:endParaRPr lang="en-GB" b="1" dirty="0">
              <a:cs typeface="Arial"/>
            </a:endParaRPr>
          </a:p>
          <a:p>
            <a:endParaRPr lang="en-GB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F54AD8-1B99-67E5-E749-B11AA933CFDA}"/>
              </a:ext>
            </a:extLst>
          </p:cNvPr>
          <p:cNvSpPr txBox="1"/>
          <p:nvPr/>
        </p:nvSpPr>
        <p:spPr>
          <a:xfrm>
            <a:off x="3516140" y="4828610"/>
            <a:ext cx="311938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cs typeface="Arial" panose="020B0604020202020204" pitchFamily="34" charset="0"/>
              </a:rPr>
              <a:t>Aims &amp; Objectives: </a:t>
            </a:r>
          </a:p>
          <a:p>
            <a:r>
              <a:rPr lang="en-GB" sz="1600" b="1" dirty="0">
                <a:cs typeface="Arial" panose="020B0604020202020204" pitchFamily="34" charset="0"/>
              </a:rPr>
              <a:t>Develop a motion-based controller and game to evaluate alternative controllers.</a:t>
            </a:r>
          </a:p>
          <a:p>
            <a:r>
              <a:rPr lang="en-GB" sz="1600" b="1" dirty="0">
                <a:cs typeface="Arial" panose="020B0604020202020204" pitchFamily="34" charset="0"/>
              </a:rPr>
              <a:t>Low-cost system</a:t>
            </a:r>
          </a:p>
          <a:p>
            <a:r>
              <a:rPr lang="en-GB" sz="1600" b="1" dirty="0">
                <a:cs typeface="Arial" panose="020B0604020202020204" pitchFamily="34" charset="0"/>
              </a:rPr>
              <a:t>Analyses usability, responsiveness and immersion and accessibility</a:t>
            </a:r>
          </a:p>
          <a:p>
            <a:endParaRPr lang="en-GB" b="1" dirty="0">
              <a:cs typeface="Arial" panose="020B0604020202020204" pitchFamily="34" charset="0"/>
            </a:endParaRPr>
          </a:p>
          <a:p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FCE4177-FDD5-52B5-0F61-2B19DFE0B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19" y="11164431"/>
            <a:ext cx="6324714" cy="251734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B31721F-9F97-F5E4-6340-E8A264017177}"/>
              </a:ext>
            </a:extLst>
          </p:cNvPr>
          <p:cNvSpPr txBox="1"/>
          <p:nvPr/>
        </p:nvSpPr>
        <p:spPr>
          <a:xfrm>
            <a:off x="293419" y="7690932"/>
            <a:ext cx="63247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Tests took place where the users who consented and read the information sheet conducted in playtesting as well as taking part in an online form.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3034A7-D6CC-BA57-5749-83D70D38DE7F}"/>
              </a:ext>
            </a:extLst>
          </p:cNvPr>
          <p:cNvSpPr txBox="1"/>
          <p:nvPr/>
        </p:nvSpPr>
        <p:spPr>
          <a:xfrm>
            <a:off x="6904901" y="2196167"/>
            <a:ext cx="356616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</a:p>
          <a:p>
            <a:pPr algn="ctr"/>
            <a:endParaRPr lang="en-GB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Raspberry Pi Pico WH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MPU6050 (gyro/accelerometer)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Breadboard, </a:t>
            </a:r>
            <a:r>
              <a:rPr lang="en-GB" dirty="0" err="1"/>
              <a:t>jumperwires</a:t>
            </a:r>
            <a:r>
              <a:rPr lang="en-GB" dirty="0"/>
              <a:t>, buttons and 3D printed Case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Unity + C</a:t>
            </a:r>
            <a:r>
              <a:rPr lang="en-US" dirty="0"/>
              <a:t># + Thonny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Data Gathering (13 Testers)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D08C4EC-7D8D-D81A-7958-8B2A95B982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169" y="5641843"/>
            <a:ext cx="1565328" cy="277112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AA06834-3BEC-5581-6CD7-C48CAA0B05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829889" y="5641025"/>
            <a:ext cx="1565329" cy="2771938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93</TotalTime>
  <Words>158</Words>
  <Application>Microsoft Office PowerPoint</Application>
  <PresentationFormat>Custom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Ion Boardroom</vt:lpstr>
      <vt:lpstr>PowerPoint Presentation</vt:lpstr>
    </vt:vector>
  </TitlesOfParts>
  <Company>Birmingham City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Gerald Feldman</dc:creator>
  <cp:lastModifiedBy>Mamud Rostam</cp:lastModifiedBy>
  <cp:revision>12</cp:revision>
  <dcterms:created xsi:type="dcterms:W3CDTF">2026-02-20T10:11:09Z</dcterms:created>
  <dcterms:modified xsi:type="dcterms:W3CDTF">2026-05-07T12:37:47Z</dcterms:modified>
</cp:coreProperties>
</file>